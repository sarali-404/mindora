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</p:sldMasterIdLst>
  <p:notesMasterIdLst>
    <p:notesMasterId r:id="rId15"/>
  </p:notesMasterIdLst>
  <p:sldIdLst>
    <p:sldId id="348" r:id="rId2"/>
    <p:sldId id="347" r:id="rId3"/>
    <p:sldId id="334" r:id="rId4"/>
    <p:sldId id="345" r:id="rId5"/>
    <p:sldId id="335" r:id="rId6"/>
    <p:sldId id="336" r:id="rId7"/>
    <p:sldId id="346" r:id="rId8"/>
    <p:sldId id="337" r:id="rId9"/>
    <p:sldId id="339" r:id="rId10"/>
    <p:sldId id="264" r:id="rId11"/>
    <p:sldId id="342" r:id="rId12"/>
    <p:sldId id="341" r:id="rId13"/>
    <p:sldId id="349" r:id="rId14"/>
  </p:sldIdLst>
  <p:sldSz cx="9144000" cy="5143500" type="screen16x9"/>
  <p:notesSz cx="6858000" cy="9144000"/>
  <p:embeddedFontLst>
    <p:embeddedFont>
      <p:font typeface="Nunito" pitchFamily="2" charset="0"/>
      <p:regular r:id="rId16"/>
      <p:bold r:id="rId17"/>
      <p:italic r:id="rId18"/>
      <p:boldItalic r:id="rId19"/>
    </p:embeddedFont>
    <p:embeddedFont>
      <p:font typeface="Poppins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FBC26E5D-F121-44F5-8789-14A3D9D13B98}">
          <p14:sldIdLst>
            <p14:sldId id="348"/>
            <p14:sldId id="347"/>
            <p14:sldId id="334"/>
            <p14:sldId id="345"/>
            <p14:sldId id="335"/>
            <p14:sldId id="336"/>
            <p14:sldId id="346"/>
            <p14:sldId id="337"/>
            <p14:sldId id="339"/>
            <p14:sldId id="264"/>
            <p14:sldId id="342"/>
            <p14:sldId id="341"/>
            <p14:sldId id="349"/>
          </p14:sldIdLst>
        </p14:section>
        <p14:section name="Untitled Section" id="{3B8A950E-9B42-4038-8964-3151A3CE543C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60DF989-10AE-4C2A-A8EA-07531DBB94F0}">
  <a:tblStyle styleId="{660DF989-10AE-4C2A-A8EA-07531DBB94F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3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a7387b1acf_0_49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a7387b1acf_0_49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50139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a7387b1acf_0_49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a7387b1acf_0_49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1377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a7387b1acf_0_49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a7387b1acf_0_49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349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a7387b1acf_0_49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a7387b1acf_0_49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71168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a7387b1acf_0_49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a7387b1acf_0_49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56511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a7387b1acf_0_49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a7387b1acf_0_49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a7387b1acf_0_49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a7387b1acf_0_49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38234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a7387b1acf_0_49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a7387b1acf_0_49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3440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2385175" y="-1640950"/>
            <a:ext cx="7263300" cy="7263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03000" y="1016666"/>
            <a:ext cx="4045200" cy="21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3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sz="52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03000" y="3046891"/>
            <a:ext cx="2571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16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218850" y="-2201550"/>
            <a:ext cx="3375000" cy="3375000"/>
          </a:xfrm>
          <a:prstGeom prst="ellipse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/>
          <p:nvPr/>
        </p:nvSpPr>
        <p:spPr>
          <a:xfrm>
            <a:off x="-954249" y="4277975"/>
            <a:ext cx="1771500" cy="17715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" name="Google Shape;38;p6"/>
          <p:cNvSpPr/>
          <p:nvPr/>
        </p:nvSpPr>
        <p:spPr>
          <a:xfrm>
            <a:off x="8093701" y="-893650"/>
            <a:ext cx="1771500" cy="177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311700" y="44710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4">
  <p:cSld name="CUSTOM_14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>
            <a:spLocks noGrp="1"/>
          </p:cNvSpPr>
          <p:nvPr>
            <p:ph type="subTitle" idx="1"/>
          </p:nvPr>
        </p:nvSpPr>
        <p:spPr>
          <a:xfrm>
            <a:off x="1548275" y="2818525"/>
            <a:ext cx="15681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32"/>
          <p:cNvSpPr txBox="1">
            <a:spLocks noGrp="1"/>
          </p:cNvSpPr>
          <p:nvPr>
            <p:ph type="subTitle" idx="2"/>
          </p:nvPr>
        </p:nvSpPr>
        <p:spPr>
          <a:xfrm>
            <a:off x="3765000" y="2818525"/>
            <a:ext cx="15681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32"/>
          <p:cNvSpPr txBox="1">
            <a:spLocks noGrp="1"/>
          </p:cNvSpPr>
          <p:nvPr>
            <p:ph type="subTitle" idx="3"/>
          </p:nvPr>
        </p:nvSpPr>
        <p:spPr>
          <a:xfrm>
            <a:off x="6084625" y="2818525"/>
            <a:ext cx="14082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32"/>
          <p:cNvSpPr txBox="1">
            <a:spLocks noGrp="1"/>
          </p:cNvSpPr>
          <p:nvPr>
            <p:ph type="subTitle" idx="4"/>
          </p:nvPr>
        </p:nvSpPr>
        <p:spPr>
          <a:xfrm>
            <a:off x="1343825" y="3310114"/>
            <a:ext cx="1977000" cy="9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32"/>
          <p:cNvSpPr txBox="1">
            <a:spLocks noGrp="1"/>
          </p:cNvSpPr>
          <p:nvPr>
            <p:ph type="subTitle" idx="5"/>
          </p:nvPr>
        </p:nvSpPr>
        <p:spPr>
          <a:xfrm>
            <a:off x="3568500" y="3310114"/>
            <a:ext cx="1961100" cy="9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32"/>
          <p:cNvSpPr txBox="1">
            <a:spLocks noGrp="1"/>
          </p:cNvSpPr>
          <p:nvPr>
            <p:ph type="subTitle" idx="6"/>
          </p:nvPr>
        </p:nvSpPr>
        <p:spPr>
          <a:xfrm>
            <a:off x="5777275" y="3310114"/>
            <a:ext cx="2022900" cy="9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32"/>
          <p:cNvSpPr/>
          <p:nvPr/>
        </p:nvSpPr>
        <p:spPr>
          <a:xfrm flipH="1">
            <a:off x="-414699" y="-619150"/>
            <a:ext cx="1771500" cy="177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4" name="Google Shape;214;p32"/>
          <p:cNvSpPr/>
          <p:nvPr/>
        </p:nvSpPr>
        <p:spPr>
          <a:xfrm flipH="1">
            <a:off x="8008526" y="4259050"/>
            <a:ext cx="1771500" cy="17715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5" name="Google Shape;215;p32"/>
          <p:cNvSpPr txBox="1">
            <a:spLocks noGrp="1"/>
          </p:cNvSpPr>
          <p:nvPr>
            <p:ph type="title"/>
          </p:nvPr>
        </p:nvSpPr>
        <p:spPr>
          <a:xfrm>
            <a:off x="311700" y="44710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30_2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/>
          <p:cNvSpPr/>
          <p:nvPr/>
        </p:nvSpPr>
        <p:spPr>
          <a:xfrm flipH="1">
            <a:off x="-3490515" y="-1385800"/>
            <a:ext cx="8122200" cy="8122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2" name="Google Shape;262;p39"/>
          <p:cNvSpPr/>
          <p:nvPr/>
        </p:nvSpPr>
        <p:spPr>
          <a:xfrm flipH="1">
            <a:off x="2609506" y="-2402950"/>
            <a:ext cx="3379800" cy="3379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3" name="Google Shape;263;p39"/>
          <p:cNvSpPr/>
          <p:nvPr/>
        </p:nvSpPr>
        <p:spPr>
          <a:xfrm flipH="1">
            <a:off x="7732059" y="4117100"/>
            <a:ext cx="2248500" cy="2248500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30_1_2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0"/>
          <p:cNvSpPr/>
          <p:nvPr/>
        </p:nvSpPr>
        <p:spPr>
          <a:xfrm>
            <a:off x="-678200" y="4249800"/>
            <a:ext cx="2549100" cy="2549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6" name="Google Shape;266;p40"/>
          <p:cNvSpPr/>
          <p:nvPr/>
        </p:nvSpPr>
        <p:spPr>
          <a:xfrm>
            <a:off x="4184850" y="-3250300"/>
            <a:ext cx="6024900" cy="6024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_1_1_2">
    <p:bg>
      <p:bgPr>
        <a:solidFill>
          <a:schemeClr val="dk1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30_1_1_1_1">
    <p:bg>
      <p:bgPr>
        <a:solidFill>
          <a:schemeClr val="dk2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●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○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■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●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○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■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●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○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Nunito"/>
              <a:buChar char="■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8" r:id="rId3"/>
    <p:sldLayoutId id="2147483678" r:id="rId4"/>
    <p:sldLayoutId id="2147483685" r:id="rId5"/>
    <p:sldLayoutId id="2147483686" r:id="rId6"/>
    <p:sldLayoutId id="2147483687" r:id="rId7"/>
    <p:sldLayoutId id="214748368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20C81-BC9F-AED4-F7F8-AB1B88646A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2041" y="1668176"/>
            <a:ext cx="4045200" cy="903574"/>
          </a:xfrm>
        </p:spPr>
        <p:txBody>
          <a:bodyPr/>
          <a:lstStyle/>
          <a:p>
            <a:r>
              <a:rPr lang="en-US" sz="4000" dirty="0"/>
              <a:t>The Kuppiya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BC4CFC-0131-531E-07CB-4867B1DA5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320" y="2418795"/>
            <a:ext cx="3146040" cy="443069"/>
          </a:xfrm>
        </p:spPr>
        <p:txBody>
          <a:bodyPr/>
          <a:lstStyle/>
          <a:p>
            <a:r>
              <a:rPr lang="en-US" sz="1400" dirty="0">
                <a:solidFill>
                  <a:schemeClr val="accent2">
                    <a:lumMod val="95000"/>
                  </a:schemeClr>
                </a:solidFill>
              </a:rPr>
              <a:t>CGP Group Project – Group 21</a:t>
            </a:r>
          </a:p>
        </p:txBody>
      </p:sp>
      <p:pic>
        <p:nvPicPr>
          <p:cNvPr id="5" name="Picture 4" descr="A person sitting at a desk with a computer&#10;&#10;AI-generated content may be incorrect.">
            <a:extLst>
              <a:ext uri="{FF2B5EF4-FFF2-40B4-BE49-F238E27FC236}">
                <a16:creationId xmlns:a16="http://schemas.microsoft.com/office/drawing/2014/main" id="{B25322B3-2F64-6D3D-7E9A-63AE394436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94" r="8088"/>
          <a:stretch/>
        </p:blipFill>
        <p:spPr>
          <a:xfrm>
            <a:off x="5090162" y="1107439"/>
            <a:ext cx="3903650" cy="342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847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196386C-FB35-A197-3824-3246CF77D48F}"/>
              </a:ext>
            </a:extLst>
          </p:cNvPr>
          <p:cNvSpPr/>
          <p:nvPr/>
        </p:nvSpPr>
        <p:spPr>
          <a:xfrm>
            <a:off x="311700" y="349405"/>
            <a:ext cx="8520600" cy="44158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6B8561-06BD-39EE-5ED1-185068077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640671"/>
            <a:ext cx="8520600" cy="572700"/>
          </a:xfrm>
        </p:spPr>
        <p:txBody>
          <a:bodyPr/>
          <a:lstStyle/>
          <a:p>
            <a:r>
              <a:rPr lang="en-US" sz="2800" dirty="0"/>
              <a:t>Introduction</a:t>
            </a:r>
            <a:br>
              <a:rPr lang="en-US" sz="2800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7DF868-ADAA-8325-0EAB-11D01B6395AA}"/>
              </a:ext>
            </a:extLst>
          </p:cNvPr>
          <p:cNvSpPr txBox="1"/>
          <p:nvPr/>
        </p:nvSpPr>
        <p:spPr>
          <a:xfrm>
            <a:off x="698808" y="1615878"/>
            <a:ext cx="7976839" cy="2546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The Kuppiya is a collaborative learning platform designed for university students. It enables users to share notes, join learning sessions, participate in discussions, and take part in XP-based challenges. Developed using PHP, MongoDB, and modern frontend tools, the system focuses on usability, responsiveness, and peer-to-peer academic support.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DEC0C37-A391-0F4F-10EE-0F24E1D8F869}"/>
              </a:ext>
            </a:extLst>
          </p:cNvPr>
          <p:cNvSpPr/>
          <p:nvPr/>
        </p:nvSpPr>
        <p:spPr>
          <a:xfrm>
            <a:off x="-964742" y="4270998"/>
            <a:ext cx="1821364" cy="174500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48141E7-9540-8529-E2AE-6EDE067B4254}"/>
              </a:ext>
            </a:extLst>
          </p:cNvPr>
          <p:cNvSpPr/>
          <p:nvPr/>
        </p:nvSpPr>
        <p:spPr>
          <a:xfrm>
            <a:off x="8088538" y="-872502"/>
            <a:ext cx="1821364" cy="174500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93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53"/>
          <p:cNvSpPr txBox="1">
            <a:spLocks noGrp="1"/>
          </p:cNvSpPr>
          <p:nvPr>
            <p:ph type="title"/>
          </p:nvPr>
        </p:nvSpPr>
        <p:spPr>
          <a:xfrm>
            <a:off x="311700" y="44710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1"/>
                </a:solidFill>
              </a:rPr>
              <a:t>Member 1 : </a:t>
            </a:r>
            <a:r>
              <a:rPr lang="en" sz="1800" b="0" dirty="0">
                <a:solidFill>
                  <a:schemeClr val="accent1"/>
                </a:solidFill>
              </a:rPr>
              <a:t>Uwage Don Nethum - 10952752</a:t>
            </a:r>
            <a:endParaRPr sz="1800" b="0" dirty="0">
              <a:solidFill>
                <a:schemeClr val="accent1"/>
              </a:solidFill>
            </a:endParaRPr>
          </a:p>
        </p:txBody>
      </p:sp>
      <p:sp>
        <p:nvSpPr>
          <p:cNvPr id="1036" name="Google Shape;1036;p53"/>
          <p:cNvSpPr txBox="1"/>
          <p:nvPr/>
        </p:nvSpPr>
        <p:spPr>
          <a:xfrm>
            <a:off x="1349150" y="2950350"/>
            <a:ext cx="16887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US" sz="21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8" name="Google Shape;1058;p53"/>
          <p:cNvSpPr/>
          <p:nvPr/>
        </p:nvSpPr>
        <p:spPr>
          <a:xfrm>
            <a:off x="4385515" y="3601957"/>
            <a:ext cx="372969" cy="352492"/>
          </a:xfrm>
          <a:custGeom>
            <a:avLst/>
            <a:gdLst/>
            <a:ahLst/>
            <a:cxnLst/>
            <a:rect l="l" t="t" r="r" b="b"/>
            <a:pathLst>
              <a:path w="12477" h="11792" extrusionOk="0">
                <a:moveTo>
                  <a:pt x="10845" y="690"/>
                </a:moveTo>
                <a:cubicBezTo>
                  <a:pt x="11072" y="690"/>
                  <a:pt x="11264" y="705"/>
                  <a:pt x="11406" y="733"/>
                </a:cubicBezTo>
                <a:cubicBezTo>
                  <a:pt x="11469" y="1049"/>
                  <a:pt x="11469" y="1616"/>
                  <a:pt x="11374" y="2246"/>
                </a:cubicBezTo>
                <a:lnTo>
                  <a:pt x="9894" y="765"/>
                </a:lnTo>
                <a:cubicBezTo>
                  <a:pt x="10240" y="713"/>
                  <a:pt x="10568" y="690"/>
                  <a:pt x="10845" y="690"/>
                </a:cubicBezTo>
                <a:close/>
                <a:moveTo>
                  <a:pt x="9106" y="923"/>
                </a:moveTo>
                <a:lnTo>
                  <a:pt x="11280" y="3096"/>
                </a:lnTo>
                <a:cubicBezTo>
                  <a:pt x="11185" y="3317"/>
                  <a:pt x="11091" y="3569"/>
                  <a:pt x="10996" y="3789"/>
                </a:cubicBezTo>
                <a:lnTo>
                  <a:pt x="8350" y="1143"/>
                </a:lnTo>
                <a:cubicBezTo>
                  <a:pt x="8602" y="1049"/>
                  <a:pt x="8822" y="954"/>
                  <a:pt x="9106" y="923"/>
                </a:cubicBezTo>
                <a:close/>
                <a:moveTo>
                  <a:pt x="7720" y="1458"/>
                </a:moveTo>
                <a:lnTo>
                  <a:pt x="10618" y="4388"/>
                </a:lnTo>
                <a:cubicBezTo>
                  <a:pt x="10555" y="4451"/>
                  <a:pt x="10461" y="4577"/>
                  <a:pt x="10398" y="4672"/>
                </a:cubicBezTo>
                <a:cubicBezTo>
                  <a:pt x="10303" y="4766"/>
                  <a:pt x="10240" y="4861"/>
                  <a:pt x="10114" y="4892"/>
                </a:cubicBezTo>
                <a:lnTo>
                  <a:pt x="7216" y="1994"/>
                </a:lnTo>
                <a:cubicBezTo>
                  <a:pt x="7279" y="1899"/>
                  <a:pt x="7373" y="1773"/>
                  <a:pt x="7436" y="1710"/>
                </a:cubicBezTo>
                <a:cubicBezTo>
                  <a:pt x="7531" y="1616"/>
                  <a:pt x="7594" y="1553"/>
                  <a:pt x="7720" y="1458"/>
                </a:cubicBezTo>
                <a:close/>
                <a:moveTo>
                  <a:pt x="6901" y="2655"/>
                </a:moveTo>
                <a:lnTo>
                  <a:pt x="9515" y="5270"/>
                </a:lnTo>
                <a:cubicBezTo>
                  <a:pt x="9263" y="5365"/>
                  <a:pt x="9011" y="5459"/>
                  <a:pt x="8791" y="5522"/>
                </a:cubicBezTo>
                <a:lnTo>
                  <a:pt x="6649" y="3411"/>
                </a:lnTo>
                <a:cubicBezTo>
                  <a:pt x="6680" y="3159"/>
                  <a:pt x="6775" y="2876"/>
                  <a:pt x="6901" y="2655"/>
                </a:cubicBezTo>
                <a:close/>
                <a:moveTo>
                  <a:pt x="6491" y="4231"/>
                </a:moveTo>
                <a:lnTo>
                  <a:pt x="7877" y="5617"/>
                </a:lnTo>
                <a:cubicBezTo>
                  <a:pt x="7638" y="5643"/>
                  <a:pt x="7409" y="5653"/>
                  <a:pt x="7204" y="5653"/>
                </a:cubicBezTo>
                <a:cubicBezTo>
                  <a:pt x="6923" y="5653"/>
                  <a:pt x="6686" y="5635"/>
                  <a:pt x="6523" y="5617"/>
                </a:cubicBezTo>
                <a:cubicBezTo>
                  <a:pt x="6491" y="5333"/>
                  <a:pt x="6460" y="4829"/>
                  <a:pt x="6491" y="4231"/>
                </a:cubicBezTo>
                <a:close/>
                <a:moveTo>
                  <a:pt x="4982" y="6171"/>
                </a:moveTo>
                <a:cubicBezTo>
                  <a:pt x="5371" y="6171"/>
                  <a:pt x="5708" y="6201"/>
                  <a:pt x="5892" y="6247"/>
                </a:cubicBezTo>
                <a:cubicBezTo>
                  <a:pt x="5955" y="6499"/>
                  <a:pt x="5987" y="7034"/>
                  <a:pt x="5955" y="7602"/>
                </a:cubicBezTo>
                <a:lnTo>
                  <a:pt x="4538" y="6184"/>
                </a:lnTo>
                <a:cubicBezTo>
                  <a:pt x="4690" y="6175"/>
                  <a:pt x="4839" y="6171"/>
                  <a:pt x="4982" y="6171"/>
                </a:cubicBezTo>
                <a:close/>
                <a:moveTo>
                  <a:pt x="3719" y="6310"/>
                </a:moveTo>
                <a:lnTo>
                  <a:pt x="5829" y="8452"/>
                </a:lnTo>
                <a:cubicBezTo>
                  <a:pt x="5798" y="8673"/>
                  <a:pt x="5703" y="8956"/>
                  <a:pt x="5609" y="9177"/>
                </a:cubicBezTo>
                <a:lnTo>
                  <a:pt x="2962" y="6562"/>
                </a:lnTo>
                <a:cubicBezTo>
                  <a:pt x="3183" y="6436"/>
                  <a:pt x="3435" y="6341"/>
                  <a:pt x="3719" y="6310"/>
                </a:cubicBezTo>
                <a:close/>
                <a:moveTo>
                  <a:pt x="2332" y="6908"/>
                </a:moveTo>
                <a:lnTo>
                  <a:pt x="5231" y="9807"/>
                </a:lnTo>
                <a:cubicBezTo>
                  <a:pt x="5168" y="9901"/>
                  <a:pt x="5073" y="10027"/>
                  <a:pt x="5010" y="10090"/>
                </a:cubicBezTo>
                <a:cubicBezTo>
                  <a:pt x="4916" y="10185"/>
                  <a:pt x="4853" y="10248"/>
                  <a:pt x="4727" y="10342"/>
                </a:cubicBezTo>
                <a:lnTo>
                  <a:pt x="1797" y="7412"/>
                </a:lnTo>
                <a:cubicBezTo>
                  <a:pt x="1891" y="7349"/>
                  <a:pt x="1954" y="7223"/>
                  <a:pt x="2049" y="7129"/>
                </a:cubicBezTo>
                <a:cubicBezTo>
                  <a:pt x="2112" y="7066"/>
                  <a:pt x="2206" y="6971"/>
                  <a:pt x="2332" y="6908"/>
                </a:cubicBezTo>
                <a:close/>
                <a:moveTo>
                  <a:pt x="1450" y="8011"/>
                </a:moveTo>
                <a:lnTo>
                  <a:pt x="4097" y="10657"/>
                </a:lnTo>
                <a:cubicBezTo>
                  <a:pt x="3908" y="10752"/>
                  <a:pt x="3624" y="10847"/>
                  <a:pt x="3372" y="10910"/>
                </a:cubicBezTo>
                <a:lnTo>
                  <a:pt x="1230" y="8767"/>
                </a:lnTo>
                <a:cubicBezTo>
                  <a:pt x="1293" y="8515"/>
                  <a:pt x="1387" y="8232"/>
                  <a:pt x="1450" y="8011"/>
                </a:cubicBezTo>
                <a:close/>
                <a:moveTo>
                  <a:pt x="1072" y="9586"/>
                </a:moveTo>
                <a:lnTo>
                  <a:pt x="2553" y="11067"/>
                </a:lnTo>
                <a:cubicBezTo>
                  <a:pt x="2175" y="11124"/>
                  <a:pt x="1831" y="11135"/>
                  <a:pt x="1534" y="11135"/>
                </a:cubicBezTo>
                <a:cubicBezTo>
                  <a:pt x="1337" y="11135"/>
                  <a:pt x="1160" y="11130"/>
                  <a:pt x="1009" y="11130"/>
                </a:cubicBezTo>
                <a:cubicBezTo>
                  <a:pt x="978" y="10815"/>
                  <a:pt x="978" y="10216"/>
                  <a:pt x="1072" y="9586"/>
                </a:cubicBezTo>
                <a:close/>
                <a:moveTo>
                  <a:pt x="10872" y="1"/>
                </a:moveTo>
                <a:cubicBezTo>
                  <a:pt x="9797" y="1"/>
                  <a:pt x="8028" y="173"/>
                  <a:pt x="6964" y="1238"/>
                </a:cubicBezTo>
                <a:cubicBezTo>
                  <a:pt x="6775" y="1427"/>
                  <a:pt x="6617" y="1616"/>
                  <a:pt x="6491" y="1836"/>
                </a:cubicBezTo>
                <a:cubicBezTo>
                  <a:pt x="5735" y="3033"/>
                  <a:pt x="5735" y="4703"/>
                  <a:pt x="5829" y="5491"/>
                </a:cubicBezTo>
                <a:cubicBezTo>
                  <a:pt x="5619" y="5469"/>
                  <a:pt x="5344" y="5450"/>
                  <a:pt x="5031" y="5450"/>
                </a:cubicBezTo>
                <a:cubicBezTo>
                  <a:pt x="3989" y="5450"/>
                  <a:pt x="2521" y="5655"/>
                  <a:pt x="1576" y="6625"/>
                </a:cubicBezTo>
                <a:cubicBezTo>
                  <a:pt x="1" y="8200"/>
                  <a:pt x="348" y="11319"/>
                  <a:pt x="379" y="11445"/>
                </a:cubicBezTo>
                <a:cubicBezTo>
                  <a:pt x="442" y="11603"/>
                  <a:pt x="568" y="11697"/>
                  <a:pt x="726" y="11760"/>
                </a:cubicBezTo>
                <a:cubicBezTo>
                  <a:pt x="757" y="11760"/>
                  <a:pt x="1135" y="11792"/>
                  <a:pt x="1671" y="11792"/>
                </a:cubicBezTo>
                <a:cubicBezTo>
                  <a:pt x="2710" y="11792"/>
                  <a:pt x="4443" y="11603"/>
                  <a:pt x="5514" y="10531"/>
                </a:cubicBezTo>
                <a:cubicBezTo>
                  <a:pt x="6775" y="9271"/>
                  <a:pt x="6743" y="7192"/>
                  <a:pt x="6649" y="6278"/>
                </a:cubicBezTo>
                <a:cubicBezTo>
                  <a:pt x="6869" y="6278"/>
                  <a:pt x="7121" y="6310"/>
                  <a:pt x="7405" y="6310"/>
                </a:cubicBezTo>
                <a:cubicBezTo>
                  <a:pt x="8476" y="6310"/>
                  <a:pt x="9925" y="6121"/>
                  <a:pt x="10902" y="5144"/>
                </a:cubicBezTo>
                <a:cubicBezTo>
                  <a:pt x="12477" y="3600"/>
                  <a:pt x="12099" y="481"/>
                  <a:pt x="12099" y="355"/>
                </a:cubicBezTo>
                <a:cubicBezTo>
                  <a:pt x="12036" y="198"/>
                  <a:pt x="11941" y="103"/>
                  <a:pt x="11784" y="40"/>
                </a:cubicBezTo>
                <a:cubicBezTo>
                  <a:pt x="11743" y="40"/>
                  <a:pt x="11387" y="1"/>
                  <a:pt x="1087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033;p53">
            <a:extLst>
              <a:ext uri="{FF2B5EF4-FFF2-40B4-BE49-F238E27FC236}">
                <a16:creationId xmlns:a16="http://schemas.microsoft.com/office/drawing/2014/main" id="{64553E5C-9CC8-4CF1-8CA5-B7D539C301B5}"/>
              </a:ext>
            </a:extLst>
          </p:cNvPr>
          <p:cNvSpPr txBox="1">
            <a:spLocks/>
          </p:cNvSpPr>
          <p:nvPr/>
        </p:nvSpPr>
        <p:spPr>
          <a:xfrm>
            <a:off x="311700" y="1460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l"/>
            <a:r>
              <a:rPr lang="pt-BR" sz="2000" b="1" dirty="0"/>
              <a:t>UI Design</a:t>
            </a:r>
            <a:endParaRPr lang="pt-BR" sz="20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EADF9DE-A432-4382-8855-69D67B5B2B75}"/>
              </a:ext>
            </a:extLst>
          </p:cNvPr>
          <p:cNvSpPr txBox="1">
            <a:spLocks/>
          </p:cNvSpPr>
          <p:nvPr/>
        </p:nvSpPr>
        <p:spPr>
          <a:xfrm>
            <a:off x="311700" y="2474644"/>
            <a:ext cx="8371383" cy="199118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Designed landing page layout and hero section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Selected color themes and fonts for branding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Guided UI/UX decisions across the site</a:t>
            </a:r>
          </a:p>
          <a:p>
            <a:pPr>
              <a:lnSpc>
                <a:spcPct val="150000"/>
              </a:lnSpc>
            </a:pPr>
            <a:endParaRPr lang="en-US" sz="1800" dirty="0">
              <a:solidFill>
                <a:schemeClr val="bg1">
                  <a:lumMod val="1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50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53"/>
          <p:cNvSpPr txBox="1">
            <a:spLocks noGrp="1"/>
          </p:cNvSpPr>
          <p:nvPr>
            <p:ph type="title"/>
          </p:nvPr>
        </p:nvSpPr>
        <p:spPr>
          <a:xfrm>
            <a:off x="311150" y="447675"/>
            <a:ext cx="8521700" cy="5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1"/>
                </a:solidFill>
              </a:rPr>
              <a:t>Member 2 : </a:t>
            </a:r>
            <a:r>
              <a:rPr lang="en" sz="1800" b="0" dirty="0">
                <a:solidFill>
                  <a:schemeClr val="accent1"/>
                </a:solidFill>
              </a:rPr>
              <a:t>A D T Sankalpa - 10952725</a:t>
            </a:r>
            <a:endParaRPr sz="1800" b="0" dirty="0">
              <a:solidFill>
                <a:schemeClr val="accent1"/>
              </a:solidFill>
            </a:endParaRPr>
          </a:p>
        </p:txBody>
      </p:sp>
      <p:sp>
        <p:nvSpPr>
          <p:cNvPr id="8" name="Google Shape;1033;p53">
            <a:extLst>
              <a:ext uri="{FF2B5EF4-FFF2-40B4-BE49-F238E27FC236}">
                <a16:creationId xmlns:a16="http://schemas.microsoft.com/office/drawing/2014/main" id="{64553E5C-9CC8-4CF1-8CA5-B7D539C301B5}"/>
              </a:ext>
            </a:extLst>
          </p:cNvPr>
          <p:cNvSpPr txBox="1">
            <a:spLocks/>
          </p:cNvSpPr>
          <p:nvPr/>
        </p:nvSpPr>
        <p:spPr>
          <a:xfrm>
            <a:off x="311700" y="141261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l"/>
            <a:r>
              <a:rPr lang="en-US" sz="2000" dirty="0"/>
              <a:t>UI Component Design &amp; Styling</a:t>
            </a:r>
            <a:endParaRPr lang="pt-BR" sz="20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EADF9DE-A432-4382-8855-69D67B5B2B75}"/>
              </a:ext>
            </a:extLst>
          </p:cNvPr>
          <p:cNvSpPr txBox="1">
            <a:spLocks/>
          </p:cNvSpPr>
          <p:nvPr/>
        </p:nvSpPr>
        <p:spPr>
          <a:xfrm>
            <a:off x="311150" y="2378745"/>
            <a:ext cx="8596668" cy="188664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FE87AD-F56C-5D57-DBFA-37A8080AC6EF}"/>
              </a:ext>
            </a:extLst>
          </p:cNvPr>
          <p:cNvSpPr txBox="1"/>
          <p:nvPr/>
        </p:nvSpPr>
        <p:spPr>
          <a:xfrm>
            <a:off x="311150" y="2317682"/>
            <a:ext cx="8390890" cy="1299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Designed UI components for session cards, buttons, and form sections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Structured layout for note upload and discussion pages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Collaborated on finalizing platform color themes and spacing rules</a:t>
            </a:r>
          </a:p>
        </p:txBody>
      </p:sp>
    </p:spTree>
    <p:extLst>
      <p:ext uri="{BB962C8B-B14F-4D97-AF65-F5344CB8AC3E}">
        <p14:creationId xmlns:p14="http://schemas.microsoft.com/office/powerpoint/2010/main" val="3672551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53"/>
          <p:cNvSpPr txBox="1">
            <a:spLocks noGrp="1"/>
          </p:cNvSpPr>
          <p:nvPr>
            <p:ph type="title"/>
          </p:nvPr>
        </p:nvSpPr>
        <p:spPr>
          <a:xfrm>
            <a:off x="311700" y="44710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1"/>
                </a:solidFill>
              </a:rPr>
              <a:t>Member 3 : </a:t>
            </a:r>
            <a:r>
              <a:rPr lang="en" sz="1800" b="0" dirty="0">
                <a:solidFill>
                  <a:schemeClr val="accent1"/>
                </a:solidFill>
              </a:rPr>
              <a:t>S S R Ilangasinha - 10952979</a:t>
            </a:r>
            <a:endParaRPr sz="1800" b="0" dirty="0">
              <a:solidFill>
                <a:schemeClr val="accent1"/>
              </a:solidFill>
            </a:endParaRPr>
          </a:p>
        </p:txBody>
      </p:sp>
      <p:sp>
        <p:nvSpPr>
          <p:cNvPr id="1036" name="Google Shape;1036;p53"/>
          <p:cNvSpPr txBox="1"/>
          <p:nvPr/>
        </p:nvSpPr>
        <p:spPr>
          <a:xfrm>
            <a:off x="1349150" y="2950350"/>
            <a:ext cx="16887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1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8" name="Google Shape;1058;p53"/>
          <p:cNvSpPr/>
          <p:nvPr/>
        </p:nvSpPr>
        <p:spPr>
          <a:xfrm>
            <a:off x="4385515" y="3601957"/>
            <a:ext cx="372969" cy="352492"/>
          </a:xfrm>
          <a:custGeom>
            <a:avLst/>
            <a:gdLst/>
            <a:ahLst/>
            <a:cxnLst/>
            <a:rect l="l" t="t" r="r" b="b"/>
            <a:pathLst>
              <a:path w="12477" h="11792" extrusionOk="0">
                <a:moveTo>
                  <a:pt x="10845" y="690"/>
                </a:moveTo>
                <a:cubicBezTo>
                  <a:pt x="11072" y="690"/>
                  <a:pt x="11264" y="705"/>
                  <a:pt x="11406" y="733"/>
                </a:cubicBezTo>
                <a:cubicBezTo>
                  <a:pt x="11469" y="1049"/>
                  <a:pt x="11469" y="1616"/>
                  <a:pt x="11374" y="2246"/>
                </a:cubicBezTo>
                <a:lnTo>
                  <a:pt x="9894" y="765"/>
                </a:lnTo>
                <a:cubicBezTo>
                  <a:pt x="10240" y="713"/>
                  <a:pt x="10568" y="690"/>
                  <a:pt x="10845" y="690"/>
                </a:cubicBezTo>
                <a:close/>
                <a:moveTo>
                  <a:pt x="9106" y="923"/>
                </a:moveTo>
                <a:lnTo>
                  <a:pt x="11280" y="3096"/>
                </a:lnTo>
                <a:cubicBezTo>
                  <a:pt x="11185" y="3317"/>
                  <a:pt x="11091" y="3569"/>
                  <a:pt x="10996" y="3789"/>
                </a:cubicBezTo>
                <a:lnTo>
                  <a:pt x="8350" y="1143"/>
                </a:lnTo>
                <a:cubicBezTo>
                  <a:pt x="8602" y="1049"/>
                  <a:pt x="8822" y="954"/>
                  <a:pt x="9106" y="923"/>
                </a:cubicBezTo>
                <a:close/>
                <a:moveTo>
                  <a:pt x="7720" y="1458"/>
                </a:moveTo>
                <a:lnTo>
                  <a:pt x="10618" y="4388"/>
                </a:lnTo>
                <a:cubicBezTo>
                  <a:pt x="10555" y="4451"/>
                  <a:pt x="10461" y="4577"/>
                  <a:pt x="10398" y="4672"/>
                </a:cubicBezTo>
                <a:cubicBezTo>
                  <a:pt x="10303" y="4766"/>
                  <a:pt x="10240" y="4861"/>
                  <a:pt x="10114" y="4892"/>
                </a:cubicBezTo>
                <a:lnTo>
                  <a:pt x="7216" y="1994"/>
                </a:lnTo>
                <a:cubicBezTo>
                  <a:pt x="7279" y="1899"/>
                  <a:pt x="7373" y="1773"/>
                  <a:pt x="7436" y="1710"/>
                </a:cubicBezTo>
                <a:cubicBezTo>
                  <a:pt x="7531" y="1616"/>
                  <a:pt x="7594" y="1553"/>
                  <a:pt x="7720" y="1458"/>
                </a:cubicBezTo>
                <a:close/>
                <a:moveTo>
                  <a:pt x="6901" y="2655"/>
                </a:moveTo>
                <a:lnTo>
                  <a:pt x="9515" y="5270"/>
                </a:lnTo>
                <a:cubicBezTo>
                  <a:pt x="9263" y="5365"/>
                  <a:pt x="9011" y="5459"/>
                  <a:pt x="8791" y="5522"/>
                </a:cubicBezTo>
                <a:lnTo>
                  <a:pt x="6649" y="3411"/>
                </a:lnTo>
                <a:cubicBezTo>
                  <a:pt x="6680" y="3159"/>
                  <a:pt x="6775" y="2876"/>
                  <a:pt x="6901" y="2655"/>
                </a:cubicBezTo>
                <a:close/>
                <a:moveTo>
                  <a:pt x="6491" y="4231"/>
                </a:moveTo>
                <a:lnTo>
                  <a:pt x="7877" y="5617"/>
                </a:lnTo>
                <a:cubicBezTo>
                  <a:pt x="7638" y="5643"/>
                  <a:pt x="7409" y="5653"/>
                  <a:pt x="7204" y="5653"/>
                </a:cubicBezTo>
                <a:cubicBezTo>
                  <a:pt x="6923" y="5653"/>
                  <a:pt x="6686" y="5635"/>
                  <a:pt x="6523" y="5617"/>
                </a:cubicBezTo>
                <a:cubicBezTo>
                  <a:pt x="6491" y="5333"/>
                  <a:pt x="6460" y="4829"/>
                  <a:pt x="6491" y="4231"/>
                </a:cubicBezTo>
                <a:close/>
                <a:moveTo>
                  <a:pt x="4982" y="6171"/>
                </a:moveTo>
                <a:cubicBezTo>
                  <a:pt x="5371" y="6171"/>
                  <a:pt x="5708" y="6201"/>
                  <a:pt x="5892" y="6247"/>
                </a:cubicBezTo>
                <a:cubicBezTo>
                  <a:pt x="5955" y="6499"/>
                  <a:pt x="5987" y="7034"/>
                  <a:pt x="5955" y="7602"/>
                </a:cubicBezTo>
                <a:lnTo>
                  <a:pt x="4538" y="6184"/>
                </a:lnTo>
                <a:cubicBezTo>
                  <a:pt x="4690" y="6175"/>
                  <a:pt x="4839" y="6171"/>
                  <a:pt x="4982" y="6171"/>
                </a:cubicBezTo>
                <a:close/>
                <a:moveTo>
                  <a:pt x="3719" y="6310"/>
                </a:moveTo>
                <a:lnTo>
                  <a:pt x="5829" y="8452"/>
                </a:lnTo>
                <a:cubicBezTo>
                  <a:pt x="5798" y="8673"/>
                  <a:pt x="5703" y="8956"/>
                  <a:pt x="5609" y="9177"/>
                </a:cubicBezTo>
                <a:lnTo>
                  <a:pt x="2962" y="6562"/>
                </a:lnTo>
                <a:cubicBezTo>
                  <a:pt x="3183" y="6436"/>
                  <a:pt x="3435" y="6341"/>
                  <a:pt x="3719" y="6310"/>
                </a:cubicBezTo>
                <a:close/>
                <a:moveTo>
                  <a:pt x="2332" y="6908"/>
                </a:moveTo>
                <a:lnTo>
                  <a:pt x="5231" y="9807"/>
                </a:lnTo>
                <a:cubicBezTo>
                  <a:pt x="5168" y="9901"/>
                  <a:pt x="5073" y="10027"/>
                  <a:pt x="5010" y="10090"/>
                </a:cubicBezTo>
                <a:cubicBezTo>
                  <a:pt x="4916" y="10185"/>
                  <a:pt x="4853" y="10248"/>
                  <a:pt x="4727" y="10342"/>
                </a:cubicBezTo>
                <a:lnTo>
                  <a:pt x="1797" y="7412"/>
                </a:lnTo>
                <a:cubicBezTo>
                  <a:pt x="1891" y="7349"/>
                  <a:pt x="1954" y="7223"/>
                  <a:pt x="2049" y="7129"/>
                </a:cubicBezTo>
                <a:cubicBezTo>
                  <a:pt x="2112" y="7066"/>
                  <a:pt x="2206" y="6971"/>
                  <a:pt x="2332" y="6908"/>
                </a:cubicBezTo>
                <a:close/>
                <a:moveTo>
                  <a:pt x="1450" y="8011"/>
                </a:moveTo>
                <a:lnTo>
                  <a:pt x="4097" y="10657"/>
                </a:lnTo>
                <a:cubicBezTo>
                  <a:pt x="3908" y="10752"/>
                  <a:pt x="3624" y="10847"/>
                  <a:pt x="3372" y="10910"/>
                </a:cubicBezTo>
                <a:lnTo>
                  <a:pt x="1230" y="8767"/>
                </a:lnTo>
                <a:cubicBezTo>
                  <a:pt x="1293" y="8515"/>
                  <a:pt x="1387" y="8232"/>
                  <a:pt x="1450" y="8011"/>
                </a:cubicBezTo>
                <a:close/>
                <a:moveTo>
                  <a:pt x="1072" y="9586"/>
                </a:moveTo>
                <a:lnTo>
                  <a:pt x="2553" y="11067"/>
                </a:lnTo>
                <a:cubicBezTo>
                  <a:pt x="2175" y="11124"/>
                  <a:pt x="1831" y="11135"/>
                  <a:pt x="1534" y="11135"/>
                </a:cubicBezTo>
                <a:cubicBezTo>
                  <a:pt x="1337" y="11135"/>
                  <a:pt x="1160" y="11130"/>
                  <a:pt x="1009" y="11130"/>
                </a:cubicBezTo>
                <a:cubicBezTo>
                  <a:pt x="978" y="10815"/>
                  <a:pt x="978" y="10216"/>
                  <a:pt x="1072" y="9586"/>
                </a:cubicBezTo>
                <a:close/>
                <a:moveTo>
                  <a:pt x="10872" y="1"/>
                </a:moveTo>
                <a:cubicBezTo>
                  <a:pt x="9797" y="1"/>
                  <a:pt x="8028" y="173"/>
                  <a:pt x="6964" y="1238"/>
                </a:cubicBezTo>
                <a:cubicBezTo>
                  <a:pt x="6775" y="1427"/>
                  <a:pt x="6617" y="1616"/>
                  <a:pt x="6491" y="1836"/>
                </a:cubicBezTo>
                <a:cubicBezTo>
                  <a:pt x="5735" y="3033"/>
                  <a:pt x="5735" y="4703"/>
                  <a:pt x="5829" y="5491"/>
                </a:cubicBezTo>
                <a:cubicBezTo>
                  <a:pt x="5619" y="5469"/>
                  <a:pt x="5344" y="5450"/>
                  <a:pt x="5031" y="5450"/>
                </a:cubicBezTo>
                <a:cubicBezTo>
                  <a:pt x="3989" y="5450"/>
                  <a:pt x="2521" y="5655"/>
                  <a:pt x="1576" y="6625"/>
                </a:cubicBezTo>
                <a:cubicBezTo>
                  <a:pt x="1" y="8200"/>
                  <a:pt x="348" y="11319"/>
                  <a:pt x="379" y="11445"/>
                </a:cubicBezTo>
                <a:cubicBezTo>
                  <a:pt x="442" y="11603"/>
                  <a:pt x="568" y="11697"/>
                  <a:pt x="726" y="11760"/>
                </a:cubicBezTo>
                <a:cubicBezTo>
                  <a:pt x="757" y="11760"/>
                  <a:pt x="1135" y="11792"/>
                  <a:pt x="1671" y="11792"/>
                </a:cubicBezTo>
                <a:cubicBezTo>
                  <a:pt x="2710" y="11792"/>
                  <a:pt x="4443" y="11603"/>
                  <a:pt x="5514" y="10531"/>
                </a:cubicBezTo>
                <a:cubicBezTo>
                  <a:pt x="6775" y="9271"/>
                  <a:pt x="6743" y="7192"/>
                  <a:pt x="6649" y="6278"/>
                </a:cubicBezTo>
                <a:cubicBezTo>
                  <a:pt x="6869" y="6278"/>
                  <a:pt x="7121" y="6310"/>
                  <a:pt x="7405" y="6310"/>
                </a:cubicBezTo>
                <a:cubicBezTo>
                  <a:pt x="8476" y="6310"/>
                  <a:pt x="9925" y="6121"/>
                  <a:pt x="10902" y="5144"/>
                </a:cubicBezTo>
                <a:cubicBezTo>
                  <a:pt x="12477" y="3600"/>
                  <a:pt x="12099" y="481"/>
                  <a:pt x="12099" y="355"/>
                </a:cubicBezTo>
                <a:cubicBezTo>
                  <a:pt x="12036" y="198"/>
                  <a:pt x="11941" y="103"/>
                  <a:pt x="11784" y="40"/>
                </a:cubicBezTo>
                <a:cubicBezTo>
                  <a:pt x="11743" y="40"/>
                  <a:pt x="11387" y="1"/>
                  <a:pt x="1087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033;p53">
            <a:extLst>
              <a:ext uri="{FF2B5EF4-FFF2-40B4-BE49-F238E27FC236}">
                <a16:creationId xmlns:a16="http://schemas.microsoft.com/office/drawing/2014/main" id="{64553E5C-9CC8-4CF1-8CA5-B7D539C301B5}"/>
              </a:ext>
            </a:extLst>
          </p:cNvPr>
          <p:cNvSpPr txBox="1">
            <a:spLocks/>
          </p:cNvSpPr>
          <p:nvPr/>
        </p:nvSpPr>
        <p:spPr>
          <a:xfrm>
            <a:off x="311699" y="137799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l"/>
            <a:r>
              <a:rPr lang="en-US" sz="2000" dirty="0"/>
              <a:t>Frontend – Authentication, Profile, Notes &amp; Dashboard</a:t>
            </a:r>
            <a:endParaRPr lang="pt-BR" sz="20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EADF9DE-A432-4382-8855-69D67B5B2B75}"/>
              </a:ext>
            </a:extLst>
          </p:cNvPr>
          <p:cNvSpPr txBox="1">
            <a:spLocks/>
          </p:cNvSpPr>
          <p:nvPr/>
        </p:nvSpPr>
        <p:spPr>
          <a:xfrm>
            <a:off x="311699" y="2188662"/>
            <a:ext cx="8596668" cy="217657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Built reusable frontend components (navigation bar &amp; side bar)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Created main frontend pages including dashboard and login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Developed the Add Note form and Notes browsing UI (category-based navigation)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Ensured responsiveness and clean UI design</a:t>
            </a:r>
          </a:p>
          <a:p>
            <a:pPr>
              <a:lnSpc>
                <a:spcPct val="150000"/>
              </a:lnSpc>
            </a:pP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072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53"/>
          <p:cNvSpPr txBox="1">
            <a:spLocks noGrp="1"/>
          </p:cNvSpPr>
          <p:nvPr>
            <p:ph type="title"/>
          </p:nvPr>
        </p:nvSpPr>
        <p:spPr>
          <a:xfrm>
            <a:off x="311700" y="44710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1"/>
                </a:solidFill>
              </a:rPr>
              <a:t>Member 4 : </a:t>
            </a:r>
            <a:r>
              <a:rPr lang="en" sz="1800" b="0" dirty="0">
                <a:solidFill>
                  <a:schemeClr val="accent1"/>
                </a:solidFill>
              </a:rPr>
              <a:t>W R M A Wijayakulathilaka - 10952961</a:t>
            </a:r>
            <a:endParaRPr sz="1800" b="0" dirty="0">
              <a:solidFill>
                <a:schemeClr val="accent1"/>
              </a:solidFill>
            </a:endParaRPr>
          </a:p>
        </p:txBody>
      </p:sp>
      <p:sp>
        <p:nvSpPr>
          <p:cNvPr id="1036" name="Google Shape;1036;p53"/>
          <p:cNvSpPr txBox="1"/>
          <p:nvPr/>
        </p:nvSpPr>
        <p:spPr>
          <a:xfrm>
            <a:off x="1349150" y="2950350"/>
            <a:ext cx="16887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1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8" name="Google Shape;1058;p53"/>
          <p:cNvSpPr/>
          <p:nvPr/>
        </p:nvSpPr>
        <p:spPr>
          <a:xfrm>
            <a:off x="4385515" y="3601957"/>
            <a:ext cx="372969" cy="352492"/>
          </a:xfrm>
          <a:custGeom>
            <a:avLst/>
            <a:gdLst/>
            <a:ahLst/>
            <a:cxnLst/>
            <a:rect l="l" t="t" r="r" b="b"/>
            <a:pathLst>
              <a:path w="12477" h="11792" extrusionOk="0">
                <a:moveTo>
                  <a:pt x="10845" y="690"/>
                </a:moveTo>
                <a:cubicBezTo>
                  <a:pt x="11072" y="690"/>
                  <a:pt x="11264" y="705"/>
                  <a:pt x="11406" y="733"/>
                </a:cubicBezTo>
                <a:cubicBezTo>
                  <a:pt x="11469" y="1049"/>
                  <a:pt x="11469" y="1616"/>
                  <a:pt x="11374" y="2246"/>
                </a:cubicBezTo>
                <a:lnTo>
                  <a:pt x="9894" y="765"/>
                </a:lnTo>
                <a:cubicBezTo>
                  <a:pt x="10240" y="713"/>
                  <a:pt x="10568" y="690"/>
                  <a:pt x="10845" y="690"/>
                </a:cubicBezTo>
                <a:close/>
                <a:moveTo>
                  <a:pt x="9106" y="923"/>
                </a:moveTo>
                <a:lnTo>
                  <a:pt x="11280" y="3096"/>
                </a:lnTo>
                <a:cubicBezTo>
                  <a:pt x="11185" y="3317"/>
                  <a:pt x="11091" y="3569"/>
                  <a:pt x="10996" y="3789"/>
                </a:cubicBezTo>
                <a:lnTo>
                  <a:pt x="8350" y="1143"/>
                </a:lnTo>
                <a:cubicBezTo>
                  <a:pt x="8602" y="1049"/>
                  <a:pt x="8822" y="954"/>
                  <a:pt x="9106" y="923"/>
                </a:cubicBezTo>
                <a:close/>
                <a:moveTo>
                  <a:pt x="7720" y="1458"/>
                </a:moveTo>
                <a:lnTo>
                  <a:pt x="10618" y="4388"/>
                </a:lnTo>
                <a:cubicBezTo>
                  <a:pt x="10555" y="4451"/>
                  <a:pt x="10461" y="4577"/>
                  <a:pt x="10398" y="4672"/>
                </a:cubicBezTo>
                <a:cubicBezTo>
                  <a:pt x="10303" y="4766"/>
                  <a:pt x="10240" y="4861"/>
                  <a:pt x="10114" y="4892"/>
                </a:cubicBezTo>
                <a:lnTo>
                  <a:pt x="7216" y="1994"/>
                </a:lnTo>
                <a:cubicBezTo>
                  <a:pt x="7279" y="1899"/>
                  <a:pt x="7373" y="1773"/>
                  <a:pt x="7436" y="1710"/>
                </a:cubicBezTo>
                <a:cubicBezTo>
                  <a:pt x="7531" y="1616"/>
                  <a:pt x="7594" y="1553"/>
                  <a:pt x="7720" y="1458"/>
                </a:cubicBezTo>
                <a:close/>
                <a:moveTo>
                  <a:pt x="6901" y="2655"/>
                </a:moveTo>
                <a:lnTo>
                  <a:pt x="9515" y="5270"/>
                </a:lnTo>
                <a:cubicBezTo>
                  <a:pt x="9263" y="5365"/>
                  <a:pt x="9011" y="5459"/>
                  <a:pt x="8791" y="5522"/>
                </a:cubicBezTo>
                <a:lnTo>
                  <a:pt x="6649" y="3411"/>
                </a:lnTo>
                <a:cubicBezTo>
                  <a:pt x="6680" y="3159"/>
                  <a:pt x="6775" y="2876"/>
                  <a:pt x="6901" y="2655"/>
                </a:cubicBezTo>
                <a:close/>
                <a:moveTo>
                  <a:pt x="6491" y="4231"/>
                </a:moveTo>
                <a:lnTo>
                  <a:pt x="7877" y="5617"/>
                </a:lnTo>
                <a:cubicBezTo>
                  <a:pt x="7638" y="5643"/>
                  <a:pt x="7409" y="5653"/>
                  <a:pt x="7204" y="5653"/>
                </a:cubicBezTo>
                <a:cubicBezTo>
                  <a:pt x="6923" y="5653"/>
                  <a:pt x="6686" y="5635"/>
                  <a:pt x="6523" y="5617"/>
                </a:cubicBezTo>
                <a:cubicBezTo>
                  <a:pt x="6491" y="5333"/>
                  <a:pt x="6460" y="4829"/>
                  <a:pt x="6491" y="4231"/>
                </a:cubicBezTo>
                <a:close/>
                <a:moveTo>
                  <a:pt x="4982" y="6171"/>
                </a:moveTo>
                <a:cubicBezTo>
                  <a:pt x="5371" y="6171"/>
                  <a:pt x="5708" y="6201"/>
                  <a:pt x="5892" y="6247"/>
                </a:cubicBezTo>
                <a:cubicBezTo>
                  <a:pt x="5955" y="6499"/>
                  <a:pt x="5987" y="7034"/>
                  <a:pt x="5955" y="7602"/>
                </a:cubicBezTo>
                <a:lnTo>
                  <a:pt x="4538" y="6184"/>
                </a:lnTo>
                <a:cubicBezTo>
                  <a:pt x="4690" y="6175"/>
                  <a:pt x="4839" y="6171"/>
                  <a:pt x="4982" y="6171"/>
                </a:cubicBezTo>
                <a:close/>
                <a:moveTo>
                  <a:pt x="3719" y="6310"/>
                </a:moveTo>
                <a:lnTo>
                  <a:pt x="5829" y="8452"/>
                </a:lnTo>
                <a:cubicBezTo>
                  <a:pt x="5798" y="8673"/>
                  <a:pt x="5703" y="8956"/>
                  <a:pt x="5609" y="9177"/>
                </a:cubicBezTo>
                <a:lnTo>
                  <a:pt x="2962" y="6562"/>
                </a:lnTo>
                <a:cubicBezTo>
                  <a:pt x="3183" y="6436"/>
                  <a:pt x="3435" y="6341"/>
                  <a:pt x="3719" y="6310"/>
                </a:cubicBezTo>
                <a:close/>
                <a:moveTo>
                  <a:pt x="2332" y="6908"/>
                </a:moveTo>
                <a:lnTo>
                  <a:pt x="5231" y="9807"/>
                </a:lnTo>
                <a:cubicBezTo>
                  <a:pt x="5168" y="9901"/>
                  <a:pt x="5073" y="10027"/>
                  <a:pt x="5010" y="10090"/>
                </a:cubicBezTo>
                <a:cubicBezTo>
                  <a:pt x="4916" y="10185"/>
                  <a:pt x="4853" y="10248"/>
                  <a:pt x="4727" y="10342"/>
                </a:cubicBezTo>
                <a:lnTo>
                  <a:pt x="1797" y="7412"/>
                </a:lnTo>
                <a:cubicBezTo>
                  <a:pt x="1891" y="7349"/>
                  <a:pt x="1954" y="7223"/>
                  <a:pt x="2049" y="7129"/>
                </a:cubicBezTo>
                <a:cubicBezTo>
                  <a:pt x="2112" y="7066"/>
                  <a:pt x="2206" y="6971"/>
                  <a:pt x="2332" y="6908"/>
                </a:cubicBezTo>
                <a:close/>
                <a:moveTo>
                  <a:pt x="1450" y="8011"/>
                </a:moveTo>
                <a:lnTo>
                  <a:pt x="4097" y="10657"/>
                </a:lnTo>
                <a:cubicBezTo>
                  <a:pt x="3908" y="10752"/>
                  <a:pt x="3624" y="10847"/>
                  <a:pt x="3372" y="10910"/>
                </a:cubicBezTo>
                <a:lnTo>
                  <a:pt x="1230" y="8767"/>
                </a:lnTo>
                <a:cubicBezTo>
                  <a:pt x="1293" y="8515"/>
                  <a:pt x="1387" y="8232"/>
                  <a:pt x="1450" y="8011"/>
                </a:cubicBezTo>
                <a:close/>
                <a:moveTo>
                  <a:pt x="1072" y="9586"/>
                </a:moveTo>
                <a:lnTo>
                  <a:pt x="2553" y="11067"/>
                </a:lnTo>
                <a:cubicBezTo>
                  <a:pt x="2175" y="11124"/>
                  <a:pt x="1831" y="11135"/>
                  <a:pt x="1534" y="11135"/>
                </a:cubicBezTo>
                <a:cubicBezTo>
                  <a:pt x="1337" y="11135"/>
                  <a:pt x="1160" y="11130"/>
                  <a:pt x="1009" y="11130"/>
                </a:cubicBezTo>
                <a:cubicBezTo>
                  <a:pt x="978" y="10815"/>
                  <a:pt x="978" y="10216"/>
                  <a:pt x="1072" y="9586"/>
                </a:cubicBezTo>
                <a:close/>
                <a:moveTo>
                  <a:pt x="10872" y="1"/>
                </a:moveTo>
                <a:cubicBezTo>
                  <a:pt x="9797" y="1"/>
                  <a:pt x="8028" y="173"/>
                  <a:pt x="6964" y="1238"/>
                </a:cubicBezTo>
                <a:cubicBezTo>
                  <a:pt x="6775" y="1427"/>
                  <a:pt x="6617" y="1616"/>
                  <a:pt x="6491" y="1836"/>
                </a:cubicBezTo>
                <a:cubicBezTo>
                  <a:pt x="5735" y="3033"/>
                  <a:pt x="5735" y="4703"/>
                  <a:pt x="5829" y="5491"/>
                </a:cubicBezTo>
                <a:cubicBezTo>
                  <a:pt x="5619" y="5469"/>
                  <a:pt x="5344" y="5450"/>
                  <a:pt x="5031" y="5450"/>
                </a:cubicBezTo>
                <a:cubicBezTo>
                  <a:pt x="3989" y="5450"/>
                  <a:pt x="2521" y="5655"/>
                  <a:pt x="1576" y="6625"/>
                </a:cubicBezTo>
                <a:cubicBezTo>
                  <a:pt x="1" y="8200"/>
                  <a:pt x="348" y="11319"/>
                  <a:pt x="379" y="11445"/>
                </a:cubicBezTo>
                <a:cubicBezTo>
                  <a:pt x="442" y="11603"/>
                  <a:pt x="568" y="11697"/>
                  <a:pt x="726" y="11760"/>
                </a:cubicBezTo>
                <a:cubicBezTo>
                  <a:pt x="757" y="11760"/>
                  <a:pt x="1135" y="11792"/>
                  <a:pt x="1671" y="11792"/>
                </a:cubicBezTo>
                <a:cubicBezTo>
                  <a:pt x="2710" y="11792"/>
                  <a:pt x="4443" y="11603"/>
                  <a:pt x="5514" y="10531"/>
                </a:cubicBezTo>
                <a:cubicBezTo>
                  <a:pt x="6775" y="9271"/>
                  <a:pt x="6743" y="7192"/>
                  <a:pt x="6649" y="6278"/>
                </a:cubicBezTo>
                <a:cubicBezTo>
                  <a:pt x="6869" y="6278"/>
                  <a:pt x="7121" y="6310"/>
                  <a:pt x="7405" y="6310"/>
                </a:cubicBezTo>
                <a:cubicBezTo>
                  <a:pt x="8476" y="6310"/>
                  <a:pt x="9925" y="6121"/>
                  <a:pt x="10902" y="5144"/>
                </a:cubicBezTo>
                <a:cubicBezTo>
                  <a:pt x="12477" y="3600"/>
                  <a:pt x="12099" y="481"/>
                  <a:pt x="12099" y="355"/>
                </a:cubicBezTo>
                <a:cubicBezTo>
                  <a:pt x="12036" y="198"/>
                  <a:pt x="11941" y="103"/>
                  <a:pt x="11784" y="40"/>
                </a:cubicBezTo>
                <a:cubicBezTo>
                  <a:pt x="11743" y="40"/>
                  <a:pt x="11387" y="1"/>
                  <a:pt x="1087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033;p53">
            <a:extLst>
              <a:ext uri="{FF2B5EF4-FFF2-40B4-BE49-F238E27FC236}">
                <a16:creationId xmlns:a16="http://schemas.microsoft.com/office/drawing/2014/main" id="{64553E5C-9CC8-4CF1-8CA5-B7D539C301B5}"/>
              </a:ext>
            </a:extLst>
          </p:cNvPr>
          <p:cNvSpPr txBox="1">
            <a:spLocks/>
          </p:cNvSpPr>
          <p:nvPr/>
        </p:nvSpPr>
        <p:spPr>
          <a:xfrm>
            <a:off x="311700" y="1354446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l"/>
            <a:r>
              <a:rPr lang="en-US" sz="2000" b="1" dirty="0"/>
              <a:t>Frontend – Sessions, Discussions, Leaderboard</a:t>
            </a:r>
            <a:endParaRPr lang="en-US" sz="20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EADF9DE-A432-4382-8855-69D67B5B2B75}"/>
              </a:ext>
            </a:extLst>
          </p:cNvPr>
          <p:cNvSpPr txBox="1">
            <a:spLocks/>
          </p:cNvSpPr>
          <p:nvPr/>
        </p:nvSpPr>
        <p:spPr>
          <a:xfrm>
            <a:off x="311700" y="2415632"/>
            <a:ext cx="8596668" cy="187920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F47041-4389-E0A7-FFC4-F9F6EE8D1C8B}"/>
              </a:ext>
            </a:extLst>
          </p:cNvPr>
          <p:cNvSpPr txBox="1"/>
          <p:nvPr/>
        </p:nvSpPr>
        <p:spPr>
          <a:xfrm>
            <a:off x="311700" y="2164255"/>
            <a:ext cx="8520600" cy="213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Developed the Sessions module: listing, filtering, and create session pages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Built the Discussion forum interface with post, like, and comment features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Created the Leaderboard and XP Challenge pages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248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53"/>
          <p:cNvSpPr txBox="1">
            <a:spLocks noGrp="1"/>
          </p:cNvSpPr>
          <p:nvPr>
            <p:ph type="title"/>
          </p:nvPr>
        </p:nvSpPr>
        <p:spPr>
          <a:xfrm>
            <a:off x="311150" y="447675"/>
            <a:ext cx="8521700" cy="5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1"/>
                </a:solidFill>
              </a:rPr>
              <a:t>Member 5 : </a:t>
            </a:r>
            <a:r>
              <a:rPr lang="en" sz="1800" b="0" dirty="0">
                <a:solidFill>
                  <a:schemeClr val="accent1"/>
                </a:solidFill>
              </a:rPr>
              <a:t>R S Samarasekera - 10952855</a:t>
            </a:r>
            <a:endParaRPr sz="1800" b="0" dirty="0">
              <a:solidFill>
                <a:schemeClr val="accent1"/>
              </a:solidFill>
            </a:endParaRPr>
          </a:p>
        </p:txBody>
      </p:sp>
      <p:sp>
        <p:nvSpPr>
          <p:cNvPr id="8" name="Google Shape;1033;p53">
            <a:extLst>
              <a:ext uri="{FF2B5EF4-FFF2-40B4-BE49-F238E27FC236}">
                <a16:creationId xmlns:a16="http://schemas.microsoft.com/office/drawing/2014/main" id="{64553E5C-9CC8-4CF1-8CA5-B7D539C301B5}"/>
              </a:ext>
            </a:extLst>
          </p:cNvPr>
          <p:cNvSpPr txBox="1">
            <a:spLocks/>
          </p:cNvSpPr>
          <p:nvPr/>
        </p:nvSpPr>
        <p:spPr>
          <a:xfrm>
            <a:off x="326568" y="142498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l"/>
            <a:r>
              <a:rPr lang="en-US" sz="2000" dirty="0"/>
              <a:t>System Diagrams</a:t>
            </a:r>
            <a:endParaRPr lang="pt-BR" sz="20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EADF9DE-A432-4382-8855-69D67B5B2B75}"/>
              </a:ext>
            </a:extLst>
          </p:cNvPr>
          <p:cNvSpPr txBox="1">
            <a:spLocks/>
          </p:cNvSpPr>
          <p:nvPr/>
        </p:nvSpPr>
        <p:spPr>
          <a:xfrm>
            <a:off x="391749" y="2402862"/>
            <a:ext cx="8188371" cy="388077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Created ER diagrams and system flow diagrams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Documented system architecture and relationships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Maintained organized design records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818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53"/>
          <p:cNvSpPr txBox="1"/>
          <p:nvPr/>
        </p:nvSpPr>
        <p:spPr>
          <a:xfrm>
            <a:off x="1349150" y="2950350"/>
            <a:ext cx="16887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1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8" name="Google Shape;1058;p53"/>
          <p:cNvSpPr/>
          <p:nvPr/>
        </p:nvSpPr>
        <p:spPr>
          <a:xfrm>
            <a:off x="4385515" y="3601957"/>
            <a:ext cx="372969" cy="352492"/>
          </a:xfrm>
          <a:custGeom>
            <a:avLst/>
            <a:gdLst/>
            <a:ahLst/>
            <a:cxnLst/>
            <a:rect l="l" t="t" r="r" b="b"/>
            <a:pathLst>
              <a:path w="12477" h="11792" extrusionOk="0">
                <a:moveTo>
                  <a:pt x="10845" y="690"/>
                </a:moveTo>
                <a:cubicBezTo>
                  <a:pt x="11072" y="690"/>
                  <a:pt x="11264" y="705"/>
                  <a:pt x="11406" y="733"/>
                </a:cubicBezTo>
                <a:cubicBezTo>
                  <a:pt x="11469" y="1049"/>
                  <a:pt x="11469" y="1616"/>
                  <a:pt x="11374" y="2246"/>
                </a:cubicBezTo>
                <a:lnTo>
                  <a:pt x="9894" y="765"/>
                </a:lnTo>
                <a:cubicBezTo>
                  <a:pt x="10240" y="713"/>
                  <a:pt x="10568" y="690"/>
                  <a:pt x="10845" y="690"/>
                </a:cubicBezTo>
                <a:close/>
                <a:moveTo>
                  <a:pt x="9106" y="923"/>
                </a:moveTo>
                <a:lnTo>
                  <a:pt x="11280" y="3096"/>
                </a:lnTo>
                <a:cubicBezTo>
                  <a:pt x="11185" y="3317"/>
                  <a:pt x="11091" y="3569"/>
                  <a:pt x="10996" y="3789"/>
                </a:cubicBezTo>
                <a:lnTo>
                  <a:pt x="8350" y="1143"/>
                </a:lnTo>
                <a:cubicBezTo>
                  <a:pt x="8602" y="1049"/>
                  <a:pt x="8822" y="954"/>
                  <a:pt x="9106" y="923"/>
                </a:cubicBezTo>
                <a:close/>
                <a:moveTo>
                  <a:pt x="7720" y="1458"/>
                </a:moveTo>
                <a:lnTo>
                  <a:pt x="10618" y="4388"/>
                </a:lnTo>
                <a:cubicBezTo>
                  <a:pt x="10555" y="4451"/>
                  <a:pt x="10461" y="4577"/>
                  <a:pt x="10398" y="4672"/>
                </a:cubicBezTo>
                <a:cubicBezTo>
                  <a:pt x="10303" y="4766"/>
                  <a:pt x="10240" y="4861"/>
                  <a:pt x="10114" y="4892"/>
                </a:cubicBezTo>
                <a:lnTo>
                  <a:pt x="7216" y="1994"/>
                </a:lnTo>
                <a:cubicBezTo>
                  <a:pt x="7279" y="1899"/>
                  <a:pt x="7373" y="1773"/>
                  <a:pt x="7436" y="1710"/>
                </a:cubicBezTo>
                <a:cubicBezTo>
                  <a:pt x="7531" y="1616"/>
                  <a:pt x="7594" y="1553"/>
                  <a:pt x="7720" y="1458"/>
                </a:cubicBezTo>
                <a:close/>
                <a:moveTo>
                  <a:pt x="6901" y="2655"/>
                </a:moveTo>
                <a:lnTo>
                  <a:pt x="9515" y="5270"/>
                </a:lnTo>
                <a:cubicBezTo>
                  <a:pt x="9263" y="5365"/>
                  <a:pt x="9011" y="5459"/>
                  <a:pt x="8791" y="5522"/>
                </a:cubicBezTo>
                <a:lnTo>
                  <a:pt x="6649" y="3411"/>
                </a:lnTo>
                <a:cubicBezTo>
                  <a:pt x="6680" y="3159"/>
                  <a:pt x="6775" y="2876"/>
                  <a:pt x="6901" y="2655"/>
                </a:cubicBezTo>
                <a:close/>
                <a:moveTo>
                  <a:pt x="6491" y="4231"/>
                </a:moveTo>
                <a:lnTo>
                  <a:pt x="7877" y="5617"/>
                </a:lnTo>
                <a:cubicBezTo>
                  <a:pt x="7638" y="5643"/>
                  <a:pt x="7409" y="5653"/>
                  <a:pt x="7204" y="5653"/>
                </a:cubicBezTo>
                <a:cubicBezTo>
                  <a:pt x="6923" y="5653"/>
                  <a:pt x="6686" y="5635"/>
                  <a:pt x="6523" y="5617"/>
                </a:cubicBezTo>
                <a:cubicBezTo>
                  <a:pt x="6491" y="5333"/>
                  <a:pt x="6460" y="4829"/>
                  <a:pt x="6491" y="4231"/>
                </a:cubicBezTo>
                <a:close/>
                <a:moveTo>
                  <a:pt x="4982" y="6171"/>
                </a:moveTo>
                <a:cubicBezTo>
                  <a:pt x="5371" y="6171"/>
                  <a:pt x="5708" y="6201"/>
                  <a:pt x="5892" y="6247"/>
                </a:cubicBezTo>
                <a:cubicBezTo>
                  <a:pt x="5955" y="6499"/>
                  <a:pt x="5987" y="7034"/>
                  <a:pt x="5955" y="7602"/>
                </a:cubicBezTo>
                <a:lnTo>
                  <a:pt x="4538" y="6184"/>
                </a:lnTo>
                <a:cubicBezTo>
                  <a:pt x="4690" y="6175"/>
                  <a:pt x="4839" y="6171"/>
                  <a:pt x="4982" y="6171"/>
                </a:cubicBezTo>
                <a:close/>
                <a:moveTo>
                  <a:pt x="3719" y="6310"/>
                </a:moveTo>
                <a:lnTo>
                  <a:pt x="5829" y="8452"/>
                </a:lnTo>
                <a:cubicBezTo>
                  <a:pt x="5798" y="8673"/>
                  <a:pt x="5703" y="8956"/>
                  <a:pt x="5609" y="9177"/>
                </a:cubicBezTo>
                <a:lnTo>
                  <a:pt x="2962" y="6562"/>
                </a:lnTo>
                <a:cubicBezTo>
                  <a:pt x="3183" y="6436"/>
                  <a:pt x="3435" y="6341"/>
                  <a:pt x="3719" y="6310"/>
                </a:cubicBezTo>
                <a:close/>
                <a:moveTo>
                  <a:pt x="2332" y="6908"/>
                </a:moveTo>
                <a:lnTo>
                  <a:pt x="5231" y="9807"/>
                </a:lnTo>
                <a:cubicBezTo>
                  <a:pt x="5168" y="9901"/>
                  <a:pt x="5073" y="10027"/>
                  <a:pt x="5010" y="10090"/>
                </a:cubicBezTo>
                <a:cubicBezTo>
                  <a:pt x="4916" y="10185"/>
                  <a:pt x="4853" y="10248"/>
                  <a:pt x="4727" y="10342"/>
                </a:cubicBezTo>
                <a:lnTo>
                  <a:pt x="1797" y="7412"/>
                </a:lnTo>
                <a:cubicBezTo>
                  <a:pt x="1891" y="7349"/>
                  <a:pt x="1954" y="7223"/>
                  <a:pt x="2049" y="7129"/>
                </a:cubicBezTo>
                <a:cubicBezTo>
                  <a:pt x="2112" y="7066"/>
                  <a:pt x="2206" y="6971"/>
                  <a:pt x="2332" y="6908"/>
                </a:cubicBezTo>
                <a:close/>
                <a:moveTo>
                  <a:pt x="1450" y="8011"/>
                </a:moveTo>
                <a:lnTo>
                  <a:pt x="4097" y="10657"/>
                </a:lnTo>
                <a:cubicBezTo>
                  <a:pt x="3908" y="10752"/>
                  <a:pt x="3624" y="10847"/>
                  <a:pt x="3372" y="10910"/>
                </a:cubicBezTo>
                <a:lnTo>
                  <a:pt x="1230" y="8767"/>
                </a:lnTo>
                <a:cubicBezTo>
                  <a:pt x="1293" y="8515"/>
                  <a:pt x="1387" y="8232"/>
                  <a:pt x="1450" y="8011"/>
                </a:cubicBezTo>
                <a:close/>
                <a:moveTo>
                  <a:pt x="1072" y="9586"/>
                </a:moveTo>
                <a:lnTo>
                  <a:pt x="2553" y="11067"/>
                </a:lnTo>
                <a:cubicBezTo>
                  <a:pt x="2175" y="11124"/>
                  <a:pt x="1831" y="11135"/>
                  <a:pt x="1534" y="11135"/>
                </a:cubicBezTo>
                <a:cubicBezTo>
                  <a:pt x="1337" y="11135"/>
                  <a:pt x="1160" y="11130"/>
                  <a:pt x="1009" y="11130"/>
                </a:cubicBezTo>
                <a:cubicBezTo>
                  <a:pt x="978" y="10815"/>
                  <a:pt x="978" y="10216"/>
                  <a:pt x="1072" y="9586"/>
                </a:cubicBezTo>
                <a:close/>
                <a:moveTo>
                  <a:pt x="10872" y="1"/>
                </a:moveTo>
                <a:cubicBezTo>
                  <a:pt x="9797" y="1"/>
                  <a:pt x="8028" y="173"/>
                  <a:pt x="6964" y="1238"/>
                </a:cubicBezTo>
                <a:cubicBezTo>
                  <a:pt x="6775" y="1427"/>
                  <a:pt x="6617" y="1616"/>
                  <a:pt x="6491" y="1836"/>
                </a:cubicBezTo>
                <a:cubicBezTo>
                  <a:pt x="5735" y="3033"/>
                  <a:pt x="5735" y="4703"/>
                  <a:pt x="5829" y="5491"/>
                </a:cubicBezTo>
                <a:cubicBezTo>
                  <a:pt x="5619" y="5469"/>
                  <a:pt x="5344" y="5450"/>
                  <a:pt x="5031" y="5450"/>
                </a:cubicBezTo>
                <a:cubicBezTo>
                  <a:pt x="3989" y="5450"/>
                  <a:pt x="2521" y="5655"/>
                  <a:pt x="1576" y="6625"/>
                </a:cubicBezTo>
                <a:cubicBezTo>
                  <a:pt x="1" y="8200"/>
                  <a:pt x="348" y="11319"/>
                  <a:pt x="379" y="11445"/>
                </a:cubicBezTo>
                <a:cubicBezTo>
                  <a:pt x="442" y="11603"/>
                  <a:pt x="568" y="11697"/>
                  <a:pt x="726" y="11760"/>
                </a:cubicBezTo>
                <a:cubicBezTo>
                  <a:pt x="757" y="11760"/>
                  <a:pt x="1135" y="11792"/>
                  <a:pt x="1671" y="11792"/>
                </a:cubicBezTo>
                <a:cubicBezTo>
                  <a:pt x="2710" y="11792"/>
                  <a:pt x="4443" y="11603"/>
                  <a:pt x="5514" y="10531"/>
                </a:cubicBezTo>
                <a:cubicBezTo>
                  <a:pt x="6775" y="9271"/>
                  <a:pt x="6743" y="7192"/>
                  <a:pt x="6649" y="6278"/>
                </a:cubicBezTo>
                <a:cubicBezTo>
                  <a:pt x="6869" y="6278"/>
                  <a:pt x="7121" y="6310"/>
                  <a:pt x="7405" y="6310"/>
                </a:cubicBezTo>
                <a:cubicBezTo>
                  <a:pt x="8476" y="6310"/>
                  <a:pt x="9925" y="6121"/>
                  <a:pt x="10902" y="5144"/>
                </a:cubicBezTo>
                <a:cubicBezTo>
                  <a:pt x="12477" y="3600"/>
                  <a:pt x="12099" y="481"/>
                  <a:pt x="12099" y="355"/>
                </a:cubicBezTo>
                <a:cubicBezTo>
                  <a:pt x="12036" y="198"/>
                  <a:pt x="11941" y="103"/>
                  <a:pt x="11784" y="40"/>
                </a:cubicBezTo>
                <a:cubicBezTo>
                  <a:pt x="11743" y="40"/>
                  <a:pt x="11387" y="1"/>
                  <a:pt x="1087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033;p53"/>
          <p:cNvSpPr txBox="1">
            <a:spLocks noGrp="1"/>
          </p:cNvSpPr>
          <p:nvPr>
            <p:ph type="title"/>
          </p:nvPr>
        </p:nvSpPr>
        <p:spPr>
          <a:xfrm>
            <a:off x="311150" y="447675"/>
            <a:ext cx="8521700" cy="5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1"/>
                </a:solidFill>
              </a:rPr>
              <a:t>Member 6 : </a:t>
            </a:r>
            <a:r>
              <a:rPr lang="en" sz="1800" b="0" dirty="0">
                <a:solidFill>
                  <a:schemeClr val="accent1"/>
                </a:solidFill>
              </a:rPr>
              <a:t>A K S Ubesekara - 10952794</a:t>
            </a:r>
            <a:endParaRPr sz="1800" b="0" dirty="0">
              <a:solidFill>
                <a:schemeClr val="accent1"/>
              </a:solidFill>
            </a:endParaRPr>
          </a:p>
        </p:txBody>
      </p:sp>
      <p:sp>
        <p:nvSpPr>
          <p:cNvPr id="7" name="Google Shape;1033;p53">
            <a:extLst>
              <a:ext uri="{FF2B5EF4-FFF2-40B4-BE49-F238E27FC236}">
                <a16:creationId xmlns:a16="http://schemas.microsoft.com/office/drawing/2014/main" id="{64553E5C-9CC8-4CF1-8CA5-B7D539C301B5}"/>
              </a:ext>
            </a:extLst>
          </p:cNvPr>
          <p:cNvSpPr txBox="1">
            <a:spLocks/>
          </p:cNvSpPr>
          <p:nvPr/>
        </p:nvSpPr>
        <p:spPr>
          <a:xfrm>
            <a:off x="311700" y="137567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l"/>
            <a:r>
              <a:rPr lang="en-US" sz="2000" dirty="0"/>
              <a:t>Database Collection Setup</a:t>
            </a:r>
            <a:endParaRPr lang="pt-BR" sz="20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EADF9DE-A432-4382-8855-69D67B5B2B75}"/>
              </a:ext>
            </a:extLst>
          </p:cNvPr>
          <p:cNvSpPr txBox="1">
            <a:spLocks/>
          </p:cNvSpPr>
          <p:nvPr/>
        </p:nvSpPr>
        <p:spPr>
          <a:xfrm>
            <a:off x="311150" y="2236984"/>
            <a:ext cx="8596668" cy="212453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Set up MongoDB collections: users, notes, sessions, leaderboard …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Organized document schema for backend integration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Supported backend team with consistent data structure</a:t>
            </a:r>
          </a:p>
          <a:p>
            <a:pPr>
              <a:lnSpc>
                <a:spcPct val="150000"/>
              </a:lnSpc>
            </a:pPr>
            <a:endParaRPr lang="en-US" sz="1800" dirty="0">
              <a:solidFill>
                <a:schemeClr val="bg1">
                  <a:lumMod val="1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endParaRPr lang="en-US" sz="1800" dirty="0">
              <a:solidFill>
                <a:schemeClr val="bg1">
                  <a:lumMod val="1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endParaRPr lang="en-US" sz="1800" dirty="0">
              <a:solidFill>
                <a:schemeClr val="bg1">
                  <a:lumMod val="1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800" dirty="0">
              <a:solidFill>
                <a:schemeClr val="bg1">
                  <a:lumMod val="1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275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53"/>
          <p:cNvSpPr txBox="1">
            <a:spLocks noGrp="1"/>
          </p:cNvSpPr>
          <p:nvPr>
            <p:ph type="title"/>
          </p:nvPr>
        </p:nvSpPr>
        <p:spPr>
          <a:xfrm>
            <a:off x="311700" y="44710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1"/>
                </a:solidFill>
              </a:rPr>
              <a:t>Member 7 : </a:t>
            </a:r>
            <a:r>
              <a:rPr lang="en" sz="1800" b="0" dirty="0">
                <a:solidFill>
                  <a:schemeClr val="accent1"/>
                </a:solidFill>
              </a:rPr>
              <a:t>B S T Balasinghe - 10952772</a:t>
            </a:r>
            <a:endParaRPr sz="1800" b="0" dirty="0">
              <a:solidFill>
                <a:schemeClr val="accent1"/>
              </a:solidFill>
            </a:endParaRPr>
          </a:p>
        </p:txBody>
      </p:sp>
      <p:sp>
        <p:nvSpPr>
          <p:cNvPr id="1036" name="Google Shape;1036;p53"/>
          <p:cNvSpPr txBox="1"/>
          <p:nvPr/>
        </p:nvSpPr>
        <p:spPr>
          <a:xfrm>
            <a:off x="1349150" y="2950350"/>
            <a:ext cx="16887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1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8" name="Google Shape;1058;p53"/>
          <p:cNvSpPr/>
          <p:nvPr/>
        </p:nvSpPr>
        <p:spPr>
          <a:xfrm>
            <a:off x="4385515" y="3601957"/>
            <a:ext cx="372969" cy="352492"/>
          </a:xfrm>
          <a:custGeom>
            <a:avLst/>
            <a:gdLst/>
            <a:ahLst/>
            <a:cxnLst/>
            <a:rect l="l" t="t" r="r" b="b"/>
            <a:pathLst>
              <a:path w="12477" h="11792" extrusionOk="0">
                <a:moveTo>
                  <a:pt x="10845" y="690"/>
                </a:moveTo>
                <a:cubicBezTo>
                  <a:pt x="11072" y="690"/>
                  <a:pt x="11264" y="705"/>
                  <a:pt x="11406" y="733"/>
                </a:cubicBezTo>
                <a:cubicBezTo>
                  <a:pt x="11469" y="1049"/>
                  <a:pt x="11469" y="1616"/>
                  <a:pt x="11374" y="2246"/>
                </a:cubicBezTo>
                <a:lnTo>
                  <a:pt x="9894" y="765"/>
                </a:lnTo>
                <a:cubicBezTo>
                  <a:pt x="10240" y="713"/>
                  <a:pt x="10568" y="690"/>
                  <a:pt x="10845" y="690"/>
                </a:cubicBezTo>
                <a:close/>
                <a:moveTo>
                  <a:pt x="9106" y="923"/>
                </a:moveTo>
                <a:lnTo>
                  <a:pt x="11280" y="3096"/>
                </a:lnTo>
                <a:cubicBezTo>
                  <a:pt x="11185" y="3317"/>
                  <a:pt x="11091" y="3569"/>
                  <a:pt x="10996" y="3789"/>
                </a:cubicBezTo>
                <a:lnTo>
                  <a:pt x="8350" y="1143"/>
                </a:lnTo>
                <a:cubicBezTo>
                  <a:pt x="8602" y="1049"/>
                  <a:pt x="8822" y="954"/>
                  <a:pt x="9106" y="923"/>
                </a:cubicBezTo>
                <a:close/>
                <a:moveTo>
                  <a:pt x="7720" y="1458"/>
                </a:moveTo>
                <a:lnTo>
                  <a:pt x="10618" y="4388"/>
                </a:lnTo>
                <a:cubicBezTo>
                  <a:pt x="10555" y="4451"/>
                  <a:pt x="10461" y="4577"/>
                  <a:pt x="10398" y="4672"/>
                </a:cubicBezTo>
                <a:cubicBezTo>
                  <a:pt x="10303" y="4766"/>
                  <a:pt x="10240" y="4861"/>
                  <a:pt x="10114" y="4892"/>
                </a:cubicBezTo>
                <a:lnTo>
                  <a:pt x="7216" y="1994"/>
                </a:lnTo>
                <a:cubicBezTo>
                  <a:pt x="7279" y="1899"/>
                  <a:pt x="7373" y="1773"/>
                  <a:pt x="7436" y="1710"/>
                </a:cubicBezTo>
                <a:cubicBezTo>
                  <a:pt x="7531" y="1616"/>
                  <a:pt x="7594" y="1553"/>
                  <a:pt x="7720" y="1458"/>
                </a:cubicBezTo>
                <a:close/>
                <a:moveTo>
                  <a:pt x="6901" y="2655"/>
                </a:moveTo>
                <a:lnTo>
                  <a:pt x="9515" y="5270"/>
                </a:lnTo>
                <a:cubicBezTo>
                  <a:pt x="9263" y="5365"/>
                  <a:pt x="9011" y="5459"/>
                  <a:pt x="8791" y="5522"/>
                </a:cubicBezTo>
                <a:lnTo>
                  <a:pt x="6649" y="3411"/>
                </a:lnTo>
                <a:cubicBezTo>
                  <a:pt x="6680" y="3159"/>
                  <a:pt x="6775" y="2876"/>
                  <a:pt x="6901" y="2655"/>
                </a:cubicBezTo>
                <a:close/>
                <a:moveTo>
                  <a:pt x="6491" y="4231"/>
                </a:moveTo>
                <a:lnTo>
                  <a:pt x="7877" y="5617"/>
                </a:lnTo>
                <a:cubicBezTo>
                  <a:pt x="7638" y="5643"/>
                  <a:pt x="7409" y="5653"/>
                  <a:pt x="7204" y="5653"/>
                </a:cubicBezTo>
                <a:cubicBezTo>
                  <a:pt x="6923" y="5653"/>
                  <a:pt x="6686" y="5635"/>
                  <a:pt x="6523" y="5617"/>
                </a:cubicBezTo>
                <a:cubicBezTo>
                  <a:pt x="6491" y="5333"/>
                  <a:pt x="6460" y="4829"/>
                  <a:pt x="6491" y="4231"/>
                </a:cubicBezTo>
                <a:close/>
                <a:moveTo>
                  <a:pt x="4982" y="6171"/>
                </a:moveTo>
                <a:cubicBezTo>
                  <a:pt x="5371" y="6171"/>
                  <a:pt x="5708" y="6201"/>
                  <a:pt x="5892" y="6247"/>
                </a:cubicBezTo>
                <a:cubicBezTo>
                  <a:pt x="5955" y="6499"/>
                  <a:pt x="5987" y="7034"/>
                  <a:pt x="5955" y="7602"/>
                </a:cubicBezTo>
                <a:lnTo>
                  <a:pt x="4538" y="6184"/>
                </a:lnTo>
                <a:cubicBezTo>
                  <a:pt x="4690" y="6175"/>
                  <a:pt x="4839" y="6171"/>
                  <a:pt x="4982" y="6171"/>
                </a:cubicBezTo>
                <a:close/>
                <a:moveTo>
                  <a:pt x="3719" y="6310"/>
                </a:moveTo>
                <a:lnTo>
                  <a:pt x="5829" y="8452"/>
                </a:lnTo>
                <a:cubicBezTo>
                  <a:pt x="5798" y="8673"/>
                  <a:pt x="5703" y="8956"/>
                  <a:pt x="5609" y="9177"/>
                </a:cubicBezTo>
                <a:lnTo>
                  <a:pt x="2962" y="6562"/>
                </a:lnTo>
                <a:cubicBezTo>
                  <a:pt x="3183" y="6436"/>
                  <a:pt x="3435" y="6341"/>
                  <a:pt x="3719" y="6310"/>
                </a:cubicBezTo>
                <a:close/>
                <a:moveTo>
                  <a:pt x="2332" y="6908"/>
                </a:moveTo>
                <a:lnTo>
                  <a:pt x="5231" y="9807"/>
                </a:lnTo>
                <a:cubicBezTo>
                  <a:pt x="5168" y="9901"/>
                  <a:pt x="5073" y="10027"/>
                  <a:pt x="5010" y="10090"/>
                </a:cubicBezTo>
                <a:cubicBezTo>
                  <a:pt x="4916" y="10185"/>
                  <a:pt x="4853" y="10248"/>
                  <a:pt x="4727" y="10342"/>
                </a:cubicBezTo>
                <a:lnTo>
                  <a:pt x="1797" y="7412"/>
                </a:lnTo>
                <a:cubicBezTo>
                  <a:pt x="1891" y="7349"/>
                  <a:pt x="1954" y="7223"/>
                  <a:pt x="2049" y="7129"/>
                </a:cubicBezTo>
                <a:cubicBezTo>
                  <a:pt x="2112" y="7066"/>
                  <a:pt x="2206" y="6971"/>
                  <a:pt x="2332" y="6908"/>
                </a:cubicBezTo>
                <a:close/>
                <a:moveTo>
                  <a:pt x="1450" y="8011"/>
                </a:moveTo>
                <a:lnTo>
                  <a:pt x="4097" y="10657"/>
                </a:lnTo>
                <a:cubicBezTo>
                  <a:pt x="3908" y="10752"/>
                  <a:pt x="3624" y="10847"/>
                  <a:pt x="3372" y="10910"/>
                </a:cubicBezTo>
                <a:lnTo>
                  <a:pt x="1230" y="8767"/>
                </a:lnTo>
                <a:cubicBezTo>
                  <a:pt x="1293" y="8515"/>
                  <a:pt x="1387" y="8232"/>
                  <a:pt x="1450" y="8011"/>
                </a:cubicBezTo>
                <a:close/>
                <a:moveTo>
                  <a:pt x="1072" y="9586"/>
                </a:moveTo>
                <a:lnTo>
                  <a:pt x="2553" y="11067"/>
                </a:lnTo>
                <a:cubicBezTo>
                  <a:pt x="2175" y="11124"/>
                  <a:pt x="1831" y="11135"/>
                  <a:pt x="1534" y="11135"/>
                </a:cubicBezTo>
                <a:cubicBezTo>
                  <a:pt x="1337" y="11135"/>
                  <a:pt x="1160" y="11130"/>
                  <a:pt x="1009" y="11130"/>
                </a:cubicBezTo>
                <a:cubicBezTo>
                  <a:pt x="978" y="10815"/>
                  <a:pt x="978" y="10216"/>
                  <a:pt x="1072" y="9586"/>
                </a:cubicBezTo>
                <a:close/>
                <a:moveTo>
                  <a:pt x="10872" y="1"/>
                </a:moveTo>
                <a:cubicBezTo>
                  <a:pt x="9797" y="1"/>
                  <a:pt x="8028" y="173"/>
                  <a:pt x="6964" y="1238"/>
                </a:cubicBezTo>
                <a:cubicBezTo>
                  <a:pt x="6775" y="1427"/>
                  <a:pt x="6617" y="1616"/>
                  <a:pt x="6491" y="1836"/>
                </a:cubicBezTo>
                <a:cubicBezTo>
                  <a:pt x="5735" y="3033"/>
                  <a:pt x="5735" y="4703"/>
                  <a:pt x="5829" y="5491"/>
                </a:cubicBezTo>
                <a:cubicBezTo>
                  <a:pt x="5619" y="5469"/>
                  <a:pt x="5344" y="5450"/>
                  <a:pt x="5031" y="5450"/>
                </a:cubicBezTo>
                <a:cubicBezTo>
                  <a:pt x="3989" y="5450"/>
                  <a:pt x="2521" y="5655"/>
                  <a:pt x="1576" y="6625"/>
                </a:cubicBezTo>
                <a:cubicBezTo>
                  <a:pt x="1" y="8200"/>
                  <a:pt x="348" y="11319"/>
                  <a:pt x="379" y="11445"/>
                </a:cubicBezTo>
                <a:cubicBezTo>
                  <a:pt x="442" y="11603"/>
                  <a:pt x="568" y="11697"/>
                  <a:pt x="726" y="11760"/>
                </a:cubicBezTo>
                <a:cubicBezTo>
                  <a:pt x="757" y="11760"/>
                  <a:pt x="1135" y="11792"/>
                  <a:pt x="1671" y="11792"/>
                </a:cubicBezTo>
                <a:cubicBezTo>
                  <a:pt x="2710" y="11792"/>
                  <a:pt x="4443" y="11603"/>
                  <a:pt x="5514" y="10531"/>
                </a:cubicBezTo>
                <a:cubicBezTo>
                  <a:pt x="6775" y="9271"/>
                  <a:pt x="6743" y="7192"/>
                  <a:pt x="6649" y="6278"/>
                </a:cubicBezTo>
                <a:cubicBezTo>
                  <a:pt x="6869" y="6278"/>
                  <a:pt x="7121" y="6310"/>
                  <a:pt x="7405" y="6310"/>
                </a:cubicBezTo>
                <a:cubicBezTo>
                  <a:pt x="8476" y="6310"/>
                  <a:pt x="9925" y="6121"/>
                  <a:pt x="10902" y="5144"/>
                </a:cubicBezTo>
                <a:cubicBezTo>
                  <a:pt x="12477" y="3600"/>
                  <a:pt x="12099" y="481"/>
                  <a:pt x="12099" y="355"/>
                </a:cubicBezTo>
                <a:cubicBezTo>
                  <a:pt x="12036" y="198"/>
                  <a:pt x="11941" y="103"/>
                  <a:pt x="11784" y="40"/>
                </a:cubicBezTo>
                <a:cubicBezTo>
                  <a:pt x="11743" y="40"/>
                  <a:pt x="11387" y="1"/>
                  <a:pt x="1087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033;p53">
            <a:extLst>
              <a:ext uri="{FF2B5EF4-FFF2-40B4-BE49-F238E27FC236}">
                <a16:creationId xmlns:a16="http://schemas.microsoft.com/office/drawing/2014/main" id="{64553E5C-9CC8-4CF1-8CA5-B7D539C301B5}"/>
              </a:ext>
            </a:extLst>
          </p:cNvPr>
          <p:cNvSpPr txBox="1">
            <a:spLocks/>
          </p:cNvSpPr>
          <p:nvPr/>
        </p:nvSpPr>
        <p:spPr>
          <a:xfrm>
            <a:off x="311700" y="142498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l"/>
            <a:r>
              <a:rPr lang="en-US" sz="2000" dirty="0"/>
              <a:t>Backend - Dashboard &amp; </a:t>
            </a:r>
            <a:r>
              <a:rPr lang="en-US" sz="2000"/>
              <a:t>Challenge System , Authentication</a:t>
            </a:r>
            <a:endParaRPr lang="pt-BR" sz="20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EADF9DE-A432-4382-8855-69D67B5B2B75}"/>
              </a:ext>
            </a:extLst>
          </p:cNvPr>
          <p:cNvSpPr txBox="1">
            <a:spLocks/>
          </p:cNvSpPr>
          <p:nvPr/>
        </p:nvSpPr>
        <p:spPr>
          <a:xfrm>
            <a:off x="311700" y="2112931"/>
            <a:ext cx="8596668" cy="388077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Handled backend for authentication (login, registration, sessions)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Implemented dashboard dynamic data based on user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Developed the XP challenge system</a:t>
            </a:r>
          </a:p>
          <a:p>
            <a:pPr>
              <a:lnSpc>
                <a:spcPct val="150000"/>
              </a:lnSpc>
            </a:pPr>
            <a:endParaRPr lang="en-US" sz="1800" dirty="0">
              <a:solidFill>
                <a:schemeClr val="bg1">
                  <a:lumMod val="1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713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53"/>
          <p:cNvSpPr txBox="1">
            <a:spLocks noGrp="1"/>
          </p:cNvSpPr>
          <p:nvPr>
            <p:ph type="title"/>
          </p:nvPr>
        </p:nvSpPr>
        <p:spPr>
          <a:xfrm>
            <a:off x="371173" y="364403"/>
            <a:ext cx="495911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1"/>
                </a:solidFill>
              </a:rPr>
              <a:t>Member 8 :  </a:t>
            </a:r>
            <a:r>
              <a:rPr lang="en" sz="1800" b="0" dirty="0">
                <a:solidFill>
                  <a:schemeClr val="accent1"/>
                </a:solidFill>
              </a:rPr>
              <a:t>Mahara M M D T S – 10952728</a:t>
            </a:r>
            <a:endParaRPr sz="1800" b="0" dirty="0">
              <a:solidFill>
                <a:schemeClr val="accent1"/>
              </a:solidFill>
            </a:endParaRPr>
          </a:p>
        </p:txBody>
      </p:sp>
      <p:sp>
        <p:nvSpPr>
          <p:cNvPr id="1036" name="Google Shape;1036;p53"/>
          <p:cNvSpPr txBox="1"/>
          <p:nvPr/>
        </p:nvSpPr>
        <p:spPr>
          <a:xfrm>
            <a:off x="1349150" y="2950350"/>
            <a:ext cx="16887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1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8" name="Google Shape;1058;p53"/>
          <p:cNvSpPr/>
          <p:nvPr/>
        </p:nvSpPr>
        <p:spPr>
          <a:xfrm>
            <a:off x="4385515" y="3601957"/>
            <a:ext cx="372969" cy="352492"/>
          </a:xfrm>
          <a:custGeom>
            <a:avLst/>
            <a:gdLst/>
            <a:ahLst/>
            <a:cxnLst/>
            <a:rect l="l" t="t" r="r" b="b"/>
            <a:pathLst>
              <a:path w="12477" h="11792" extrusionOk="0">
                <a:moveTo>
                  <a:pt x="10845" y="690"/>
                </a:moveTo>
                <a:cubicBezTo>
                  <a:pt x="11072" y="690"/>
                  <a:pt x="11264" y="705"/>
                  <a:pt x="11406" y="733"/>
                </a:cubicBezTo>
                <a:cubicBezTo>
                  <a:pt x="11469" y="1049"/>
                  <a:pt x="11469" y="1616"/>
                  <a:pt x="11374" y="2246"/>
                </a:cubicBezTo>
                <a:lnTo>
                  <a:pt x="9894" y="765"/>
                </a:lnTo>
                <a:cubicBezTo>
                  <a:pt x="10240" y="713"/>
                  <a:pt x="10568" y="690"/>
                  <a:pt x="10845" y="690"/>
                </a:cubicBezTo>
                <a:close/>
                <a:moveTo>
                  <a:pt x="9106" y="923"/>
                </a:moveTo>
                <a:lnTo>
                  <a:pt x="11280" y="3096"/>
                </a:lnTo>
                <a:cubicBezTo>
                  <a:pt x="11185" y="3317"/>
                  <a:pt x="11091" y="3569"/>
                  <a:pt x="10996" y="3789"/>
                </a:cubicBezTo>
                <a:lnTo>
                  <a:pt x="8350" y="1143"/>
                </a:lnTo>
                <a:cubicBezTo>
                  <a:pt x="8602" y="1049"/>
                  <a:pt x="8822" y="954"/>
                  <a:pt x="9106" y="923"/>
                </a:cubicBezTo>
                <a:close/>
                <a:moveTo>
                  <a:pt x="7720" y="1458"/>
                </a:moveTo>
                <a:lnTo>
                  <a:pt x="10618" y="4388"/>
                </a:lnTo>
                <a:cubicBezTo>
                  <a:pt x="10555" y="4451"/>
                  <a:pt x="10461" y="4577"/>
                  <a:pt x="10398" y="4672"/>
                </a:cubicBezTo>
                <a:cubicBezTo>
                  <a:pt x="10303" y="4766"/>
                  <a:pt x="10240" y="4861"/>
                  <a:pt x="10114" y="4892"/>
                </a:cubicBezTo>
                <a:lnTo>
                  <a:pt x="7216" y="1994"/>
                </a:lnTo>
                <a:cubicBezTo>
                  <a:pt x="7279" y="1899"/>
                  <a:pt x="7373" y="1773"/>
                  <a:pt x="7436" y="1710"/>
                </a:cubicBezTo>
                <a:cubicBezTo>
                  <a:pt x="7531" y="1616"/>
                  <a:pt x="7594" y="1553"/>
                  <a:pt x="7720" y="1458"/>
                </a:cubicBezTo>
                <a:close/>
                <a:moveTo>
                  <a:pt x="6901" y="2655"/>
                </a:moveTo>
                <a:lnTo>
                  <a:pt x="9515" y="5270"/>
                </a:lnTo>
                <a:cubicBezTo>
                  <a:pt x="9263" y="5365"/>
                  <a:pt x="9011" y="5459"/>
                  <a:pt x="8791" y="5522"/>
                </a:cubicBezTo>
                <a:lnTo>
                  <a:pt x="6649" y="3411"/>
                </a:lnTo>
                <a:cubicBezTo>
                  <a:pt x="6680" y="3159"/>
                  <a:pt x="6775" y="2876"/>
                  <a:pt x="6901" y="2655"/>
                </a:cubicBezTo>
                <a:close/>
                <a:moveTo>
                  <a:pt x="6491" y="4231"/>
                </a:moveTo>
                <a:lnTo>
                  <a:pt x="7877" y="5617"/>
                </a:lnTo>
                <a:cubicBezTo>
                  <a:pt x="7638" y="5643"/>
                  <a:pt x="7409" y="5653"/>
                  <a:pt x="7204" y="5653"/>
                </a:cubicBezTo>
                <a:cubicBezTo>
                  <a:pt x="6923" y="5653"/>
                  <a:pt x="6686" y="5635"/>
                  <a:pt x="6523" y="5617"/>
                </a:cubicBezTo>
                <a:cubicBezTo>
                  <a:pt x="6491" y="5333"/>
                  <a:pt x="6460" y="4829"/>
                  <a:pt x="6491" y="4231"/>
                </a:cubicBezTo>
                <a:close/>
                <a:moveTo>
                  <a:pt x="4982" y="6171"/>
                </a:moveTo>
                <a:cubicBezTo>
                  <a:pt x="5371" y="6171"/>
                  <a:pt x="5708" y="6201"/>
                  <a:pt x="5892" y="6247"/>
                </a:cubicBezTo>
                <a:cubicBezTo>
                  <a:pt x="5955" y="6499"/>
                  <a:pt x="5987" y="7034"/>
                  <a:pt x="5955" y="7602"/>
                </a:cubicBezTo>
                <a:lnTo>
                  <a:pt x="4538" y="6184"/>
                </a:lnTo>
                <a:cubicBezTo>
                  <a:pt x="4690" y="6175"/>
                  <a:pt x="4839" y="6171"/>
                  <a:pt x="4982" y="6171"/>
                </a:cubicBezTo>
                <a:close/>
                <a:moveTo>
                  <a:pt x="3719" y="6310"/>
                </a:moveTo>
                <a:lnTo>
                  <a:pt x="5829" y="8452"/>
                </a:lnTo>
                <a:cubicBezTo>
                  <a:pt x="5798" y="8673"/>
                  <a:pt x="5703" y="8956"/>
                  <a:pt x="5609" y="9177"/>
                </a:cubicBezTo>
                <a:lnTo>
                  <a:pt x="2962" y="6562"/>
                </a:lnTo>
                <a:cubicBezTo>
                  <a:pt x="3183" y="6436"/>
                  <a:pt x="3435" y="6341"/>
                  <a:pt x="3719" y="6310"/>
                </a:cubicBezTo>
                <a:close/>
                <a:moveTo>
                  <a:pt x="2332" y="6908"/>
                </a:moveTo>
                <a:lnTo>
                  <a:pt x="5231" y="9807"/>
                </a:lnTo>
                <a:cubicBezTo>
                  <a:pt x="5168" y="9901"/>
                  <a:pt x="5073" y="10027"/>
                  <a:pt x="5010" y="10090"/>
                </a:cubicBezTo>
                <a:cubicBezTo>
                  <a:pt x="4916" y="10185"/>
                  <a:pt x="4853" y="10248"/>
                  <a:pt x="4727" y="10342"/>
                </a:cubicBezTo>
                <a:lnTo>
                  <a:pt x="1797" y="7412"/>
                </a:lnTo>
                <a:cubicBezTo>
                  <a:pt x="1891" y="7349"/>
                  <a:pt x="1954" y="7223"/>
                  <a:pt x="2049" y="7129"/>
                </a:cubicBezTo>
                <a:cubicBezTo>
                  <a:pt x="2112" y="7066"/>
                  <a:pt x="2206" y="6971"/>
                  <a:pt x="2332" y="6908"/>
                </a:cubicBezTo>
                <a:close/>
                <a:moveTo>
                  <a:pt x="1450" y="8011"/>
                </a:moveTo>
                <a:lnTo>
                  <a:pt x="4097" y="10657"/>
                </a:lnTo>
                <a:cubicBezTo>
                  <a:pt x="3908" y="10752"/>
                  <a:pt x="3624" y="10847"/>
                  <a:pt x="3372" y="10910"/>
                </a:cubicBezTo>
                <a:lnTo>
                  <a:pt x="1230" y="8767"/>
                </a:lnTo>
                <a:cubicBezTo>
                  <a:pt x="1293" y="8515"/>
                  <a:pt x="1387" y="8232"/>
                  <a:pt x="1450" y="8011"/>
                </a:cubicBezTo>
                <a:close/>
                <a:moveTo>
                  <a:pt x="1072" y="9586"/>
                </a:moveTo>
                <a:lnTo>
                  <a:pt x="2553" y="11067"/>
                </a:lnTo>
                <a:cubicBezTo>
                  <a:pt x="2175" y="11124"/>
                  <a:pt x="1831" y="11135"/>
                  <a:pt x="1534" y="11135"/>
                </a:cubicBezTo>
                <a:cubicBezTo>
                  <a:pt x="1337" y="11135"/>
                  <a:pt x="1160" y="11130"/>
                  <a:pt x="1009" y="11130"/>
                </a:cubicBezTo>
                <a:cubicBezTo>
                  <a:pt x="978" y="10815"/>
                  <a:pt x="978" y="10216"/>
                  <a:pt x="1072" y="9586"/>
                </a:cubicBezTo>
                <a:close/>
                <a:moveTo>
                  <a:pt x="10872" y="1"/>
                </a:moveTo>
                <a:cubicBezTo>
                  <a:pt x="9797" y="1"/>
                  <a:pt x="8028" y="173"/>
                  <a:pt x="6964" y="1238"/>
                </a:cubicBezTo>
                <a:cubicBezTo>
                  <a:pt x="6775" y="1427"/>
                  <a:pt x="6617" y="1616"/>
                  <a:pt x="6491" y="1836"/>
                </a:cubicBezTo>
                <a:cubicBezTo>
                  <a:pt x="5735" y="3033"/>
                  <a:pt x="5735" y="4703"/>
                  <a:pt x="5829" y="5491"/>
                </a:cubicBezTo>
                <a:cubicBezTo>
                  <a:pt x="5619" y="5469"/>
                  <a:pt x="5344" y="5450"/>
                  <a:pt x="5031" y="5450"/>
                </a:cubicBezTo>
                <a:cubicBezTo>
                  <a:pt x="3989" y="5450"/>
                  <a:pt x="2521" y="5655"/>
                  <a:pt x="1576" y="6625"/>
                </a:cubicBezTo>
                <a:cubicBezTo>
                  <a:pt x="1" y="8200"/>
                  <a:pt x="348" y="11319"/>
                  <a:pt x="379" y="11445"/>
                </a:cubicBezTo>
                <a:cubicBezTo>
                  <a:pt x="442" y="11603"/>
                  <a:pt x="568" y="11697"/>
                  <a:pt x="726" y="11760"/>
                </a:cubicBezTo>
                <a:cubicBezTo>
                  <a:pt x="757" y="11760"/>
                  <a:pt x="1135" y="11792"/>
                  <a:pt x="1671" y="11792"/>
                </a:cubicBezTo>
                <a:cubicBezTo>
                  <a:pt x="2710" y="11792"/>
                  <a:pt x="4443" y="11603"/>
                  <a:pt x="5514" y="10531"/>
                </a:cubicBezTo>
                <a:cubicBezTo>
                  <a:pt x="6775" y="9271"/>
                  <a:pt x="6743" y="7192"/>
                  <a:pt x="6649" y="6278"/>
                </a:cubicBezTo>
                <a:cubicBezTo>
                  <a:pt x="6869" y="6278"/>
                  <a:pt x="7121" y="6310"/>
                  <a:pt x="7405" y="6310"/>
                </a:cubicBezTo>
                <a:cubicBezTo>
                  <a:pt x="8476" y="6310"/>
                  <a:pt x="9925" y="6121"/>
                  <a:pt x="10902" y="5144"/>
                </a:cubicBezTo>
                <a:cubicBezTo>
                  <a:pt x="12477" y="3600"/>
                  <a:pt x="12099" y="481"/>
                  <a:pt x="12099" y="355"/>
                </a:cubicBezTo>
                <a:cubicBezTo>
                  <a:pt x="12036" y="198"/>
                  <a:pt x="11941" y="103"/>
                  <a:pt x="11784" y="40"/>
                </a:cubicBezTo>
                <a:cubicBezTo>
                  <a:pt x="11743" y="40"/>
                  <a:pt x="11387" y="1"/>
                  <a:pt x="1087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033;p53">
            <a:extLst>
              <a:ext uri="{FF2B5EF4-FFF2-40B4-BE49-F238E27FC236}">
                <a16:creationId xmlns:a16="http://schemas.microsoft.com/office/drawing/2014/main" id="{64553E5C-9CC8-4CF1-8CA5-B7D539C301B5}"/>
              </a:ext>
            </a:extLst>
          </p:cNvPr>
          <p:cNvSpPr txBox="1">
            <a:spLocks/>
          </p:cNvSpPr>
          <p:nvPr/>
        </p:nvSpPr>
        <p:spPr>
          <a:xfrm>
            <a:off x="371173" y="132977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l"/>
            <a:r>
              <a:rPr lang="pt-BR" sz="2000" dirty="0"/>
              <a:t>Backend – User Profile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EADF9DE-A432-4382-8855-69D67B5B2B75}"/>
              </a:ext>
            </a:extLst>
          </p:cNvPr>
          <p:cNvSpPr txBox="1">
            <a:spLocks/>
          </p:cNvSpPr>
          <p:nvPr/>
        </p:nvSpPr>
        <p:spPr>
          <a:xfrm>
            <a:off x="371173" y="2192408"/>
            <a:ext cx="7957487" cy="186478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endParaRPr lang="en-US" sz="1800" dirty="0">
              <a:solidFill>
                <a:schemeClr val="bg1">
                  <a:lumMod val="1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DA3B01-013D-DB1D-D3CC-EEA587839E6E}"/>
              </a:ext>
            </a:extLst>
          </p:cNvPr>
          <p:cNvSpPr txBox="1"/>
          <p:nvPr/>
        </p:nvSpPr>
        <p:spPr>
          <a:xfrm>
            <a:off x="371172" y="2177540"/>
            <a:ext cx="8109888" cy="1715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Developed backend functionality for user profile management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Implemented profile editing feature with secure data handling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Enabled display of notes and sessions uploaded by the logged-in user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53"/>
          <p:cNvSpPr txBox="1">
            <a:spLocks noGrp="1"/>
          </p:cNvSpPr>
          <p:nvPr>
            <p:ph type="title"/>
          </p:nvPr>
        </p:nvSpPr>
        <p:spPr>
          <a:xfrm>
            <a:off x="311700" y="44710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1"/>
                </a:solidFill>
              </a:rPr>
              <a:t>Member 9 : </a:t>
            </a:r>
            <a:r>
              <a:rPr lang="en" sz="1800" b="0" dirty="0">
                <a:solidFill>
                  <a:schemeClr val="accent1"/>
                </a:solidFill>
              </a:rPr>
              <a:t>G P Algama - 10953025</a:t>
            </a:r>
            <a:endParaRPr sz="1800" b="0" dirty="0">
              <a:solidFill>
                <a:schemeClr val="accent1"/>
              </a:solidFill>
            </a:endParaRPr>
          </a:p>
        </p:txBody>
      </p:sp>
      <p:sp>
        <p:nvSpPr>
          <p:cNvPr id="1036" name="Google Shape;1036;p53"/>
          <p:cNvSpPr txBox="1"/>
          <p:nvPr/>
        </p:nvSpPr>
        <p:spPr>
          <a:xfrm>
            <a:off x="1349150" y="2950350"/>
            <a:ext cx="16887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1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8" name="Google Shape;1058;p53"/>
          <p:cNvSpPr/>
          <p:nvPr/>
        </p:nvSpPr>
        <p:spPr>
          <a:xfrm>
            <a:off x="4385515" y="3601957"/>
            <a:ext cx="372969" cy="352492"/>
          </a:xfrm>
          <a:custGeom>
            <a:avLst/>
            <a:gdLst/>
            <a:ahLst/>
            <a:cxnLst/>
            <a:rect l="l" t="t" r="r" b="b"/>
            <a:pathLst>
              <a:path w="12477" h="11792" extrusionOk="0">
                <a:moveTo>
                  <a:pt x="10845" y="690"/>
                </a:moveTo>
                <a:cubicBezTo>
                  <a:pt x="11072" y="690"/>
                  <a:pt x="11264" y="705"/>
                  <a:pt x="11406" y="733"/>
                </a:cubicBezTo>
                <a:cubicBezTo>
                  <a:pt x="11469" y="1049"/>
                  <a:pt x="11469" y="1616"/>
                  <a:pt x="11374" y="2246"/>
                </a:cubicBezTo>
                <a:lnTo>
                  <a:pt x="9894" y="765"/>
                </a:lnTo>
                <a:cubicBezTo>
                  <a:pt x="10240" y="713"/>
                  <a:pt x="10568" y="690"/>
                  <a:pt x="10845" y="690"/>
                </a:cubicBezTo>
                <a:close/>
                <a:moveTo>
                  <a:pt x="9106" y="923"/>
                </a:moveTo>
                <a:lnTo>
                  <a:pt x="11280" y="3096"/>
                </a:lnTo>
                <a:cubicBezTo>
                  <a:pt x="11185" y="3317"/>
                  <a:pt x="11091" y="3569"/>
                  <a:pt x="10996" y="3789"/>
                </a:cubicBezTo>
                <a:lnTo>
                  <a:pt x="8350" y="1143"/>
                </a:lnTo>
                <a:cubicBezTo>
                  <a:pt x="8602" y="1049"/>
                  <a:pt x="8822" y="954"/>
                  <a:pt x="9106" y="923"/>
                </a:cubicBezTo>
                <a:close/>
                <a:moveTo>
                  <a:pt x="7720" y="1458"/>
                </a:moveTo>
                <a:lnTo>
                  <a:pt x="10618" y="4388"/>
                </a:lnTo>
                <a:cubicBezTo>
                  <a:pt x="10555" y="4451"/>
                  <a:pt x="10461" y="4577"/>
                  <a:pt x="10398" y="4672"/>
                </a:cubicBezTo>
                <a:cubicBezTo>
                  <a:pt x="10303" y="4766"/>
                  <a:pt x="10240" y="4861"/>
                  <a:pt x="10114" y="4892"/>
                </a:cubicBezTo>
                <a:lnTo>
                  <a:pt x="7216" y="1994"/>
                </a:lnTo>
                <a:cubicBezTo>
                  <a:pt x="7279" y="1899"/>
                  <a:pt x="7373" y="1773"/>
                  <a:pt x="7436" y="1710"/>
                </a:cubicBezTo>
                <a:cubicBezTo>
                  <a:pt x="7531" y="1616"/>
                  <a:pt x="7594" y="1553"/>
                  <a:pt x="7720" y="1458"/>
                </a:cubicBezTo>
                <a:close/>
                <a:moveTo>
                  <a:pt x="6901" y="2655"/>
                </a:moveTo>
                <a:lnTo>
                  <a:pt x="9515" y="5270"/>
                </a:lnTo>
                <a:cubicBezTo>
                  <a:pt x="9263" y="5365"/>
                  <a:pt x="9011" y="5459"/>
                  <a:pt x="8791" y="5522"/>
                </a:cubicBezTo>
                <a:lnTo>
                  <a:pt x="6649" y="3411"/>
                </a:lnTo>
                <a:cubicBezTo>
                  <a:pt x="6680" y="3159"/>
                  <a:pt x="6775" y="2876"/>
                  <a:pt x="6901" y="2655"/>
                </a:cubicBezTo>
                <a:close/>
                <a:moveTo>
                  <a:pt x="6491" y="4231"/>
                </a:moveTo>
                <a:lnTo>
                  <a:pt x="7877" y="5617"/>
                </a:lnTo>
                <a:cubicBezTo>
                  <a:pt x="7638" y="5643"/>
                  <a:pt x="7409" y="5653"/>
                  <a:pt x="7204" y="5653"/>
                </a:cubicBezTo>
                <a:cubicBezTo>
                  <a:pt x="6923" y="5653"/>
                  <a:pt x="6686" y="5635"/>
                  <a:pt x="6523" y="5617"/>
                </a:cubicBezTo>
                <a:cubicBezTo>
                  <a:pt x="6491" y="5333"/>
                  <a:pt x="6460" y="4829"/>
                  <a:pt x="6491" y="4231"/>
                </a:cubicBezTo>
                <a:close/>
                <a:moveTo>
                  <a:pt x="4982" y="6171"/>
                </a:moveTo>
                <a:cubicBezTo>
                  <a:pt x="5371" y="6171"/>
                  <a:pt x="5708" y="6201"/>
                  <a:pt x="5892" y="6247"/>
                </a:cubicBezTo>
                <a:cubicBezTo>
                  <a:pt x="5955" y="6499"/>
                  <a:pt x="5987" y="7034"/>
                  <a:pt x="5955" y="7602"/>
                </a:cubicBezTo>
                <a:lnTo>
                  <a:pt x="4538" y="6184"/>
                </a:lnTo>
                <a:cubicBezTo>
                  <a:pt x="4690" y="6175"/>
                  <a:pt x="4839" y="6171"/>
                  <a:pt x="4982" y="6171"/>
                </a:cubicBezTo>
                <a:close/>
                <a:moveTo>
                  <a:pt x="3719" y="6310"/>
                </a:moveTo>
                <a:lnTo>
                  <a:pt x="5829" y="8452"/>
                </a:lnTo>
                <a:cubicBezTo>
                  <a:pt x="5798" y="8673"/>
                  <a:pt x="5703" y="8956"/>
                  <a:pt x="5609" y="9177"/>
                </a:cubicBezTo>
                <a:lnTo>
                  <a:pt x="2962" y="6562"/>
                </a:lnTo>
                <a:cubicBezTo>
                  <a:pt x="3183" y="6436"/>
                  <a:pt x="3435" y="6341"/>
                  <a:pt x="3719" y="6310"/>
                </a:cubicBezTo>
                <a:close/>
                <a:moveTo>
                  <a:pt x="2332" y="6908"/>
                </a:moveTo>
                <a:lnTo>
                  <a:pt x="5231" y="9807"/>
                </a:lnTo>
                <a:cubicBezTo>
                  <a:pt x="5168" y="9901"/>
                  <a:pt x="5073" y="10027"/>
                  <a:pt x="5010" y="10090"/>
                </a:cubicBezTo>
                <a:cubicBezTo>
                  <a:pt x="4916" y="10185"/>
                  <a:pt x="4853" y="10248"/>
                  <a:pt x="4727" y="10342"/>
                </a:cubicBezTo>
                <a:lnTo>
                  <a:pt x="1797" y="7412"/>
                </a:lnTo>
                <a:cubicBezTo>
                  <a:pt x="1891" y="7349"/>
                  <a:pt x="1954" y="7223"/>
                  <a:pt x="2049" y="7129"/>
                </a:cubicBezTo>
                <a:cubicBezTo>
                  <a:pt x="2112" y="7066"/>
                  <a:pt x="2206" y="6971"/>
                  <a:pt x="2332" y="6908"/>
                </a:cubicBezTo>
                <a:close/>
                <a:moveTo>
                  <a:pt x="1450" y="8011"/>
                </a:moveTo>
                <a:lnTo>
                  <a:pt x="4097" y="10657"/>
                </a:lnTo>
                <a:cubicBezTo>
                  <a:pt x="3908" y="10752"/>
                  <a:pt x="3624" y="10847"/>
                  <a:pt x="3372" y="10910"/>
                </a:cubicBezTo>
                <a:lnTo>
                  <a:pt x="1230" y="8767"/>
                </a:lnTo>
                <a:cubicBezTo>
                  <a:pt x="1293" y="8515"/>
                  <a:pt x="1387" y="8232"/>
                  <a:pt x="1450" y="8011"/>
                </a:cubicBezTo>
                <a:close/>
                <a:moveTo>
                  <a:pt x="1072" y="9586"/>
                </a:moveTo>
                <a:lnTo>
                  <a:pt x="2553" y="11067"/>
                </a:lnTo>
                <a:cubicBezTo>
                  <a:pt x="2175" y="11124"/>
                  <a:pt x="1831" y="11135"/>
                  <a:pt x="1534" y="11135"/>
                </a:cubicBezTo>
                <a:cubicBezTo>
                  <a:pt x="1337" y="11135"/>
                  <a:pt x="1160" y="11130"/>
                  <a:pt x="1009" y="11130"/>
                </a:cubicBezTo>
                <a:cubicBezTo>
                  <a:pt x="978" y="10815"/>
                  <a:pt x="978" y="10216"/>
                  <a:pt x="1072" y="9586"/>
                </a:cubicBezTo>
                <a:close/>
                <a:moveTo>
                  <a:pt x="10872" y="1"/>
                </a:moveTo>
                <a:cubicBezTo>
                  <a:pt x="9797" y="1"/>
                  <a:pt x="8028" y="173"/>
                  <a:pt x="6964" y="1238"/>
                </a:cubicBezTo>
                <a:cubicBezTo>
                  <a:pt x="6775" y="1427"/>
                  <a:pt x="6617" y="1616"/>
                  <a:pt x="6491" y="1836"/>
                </a:cubicBezTo>
                <a:cubicBezTo>
                  <a:pt x="5735" y="3033"/>
                  <a:pt x="5735" y="4703"/>
                  <a:pt x="5829" y="5491"/>
                </a:cubicBezTo>
                <a:cubicBezTo>
                  <a:pt x="5619" y="5469"/>
                  <a:pt x="5344" y="5450"/>
                  <a:pt x="5031" y="5450"/>
                </a:cubicBezTo>
                <a:cubicBezTo>
                  <a:pt x="3989" y="5450"/>
                  <a:pt x="2521" y="5655"/>
                  <a:pt x="1576" y="6625"/>
                </a:cubicBezTo>
                <a:cubicBezTo>
                  <a:pt x="1" y="8200"/>
                  <a:pt x="348" y="11319"/>
                  <a:pt x="379" y="11445"/>
                </a:cubicBezTo>
                <a:cubicBezTo>
                  <a:pt x="442" y="11603"/>
                  <a:pt x="568" y="11697"/>
                  <a:pt x="726" y="11760"/>
                </a:cubicBezTo>
                <a:cubicBezTo>
                  <a:pt x="757" y="11760"/>
                  <a:pt x="1135" y="11792"/>
                  <a:pt x="1671" y="11792"/>
                </a:cubicBezTo>
                <a:cubicBezTo>
                  <a:pt x="2710" y="11792"/>
                  <a:pt x="4443" y="11603"/>
                  <a:pt x="5514" y="10531"/>
                </a:cubicBezTo>
                <a:cubicBezTo>
                  <a:pt x="6775" y="9271"/>
                  <a:pt x="6743" y="7192"/>
                  <a:pt x="6649" y="6278"/>
                </a:cubicBezTo>
                <a:cubicBezTo>
                  <a:pt x="6869" y="6278"/>
                  <a:pt x="7121" y="6310"/>
                  <a:pt x="7405" y="6310"/>
                </a:cubicBezTo>
                <a:cubicBezTo>
                  <a:pt x="8476" y="6310"/>
                  <a:pt x="9925" y="6121"/>
                  <a:pt x="10902" y="5144"/>
                </a:cubicBezTo>
                <a:cubicBezTo>
                  <a:pt x="12477" y="3600"/>
                  <a:pt x="12099" y="481"/>
                  <a:pt x="12099" y="355"/>
                </a:cubicBezTo>
                <a:cubicBezTo>
                  <a:pt x="12036" y="198"/>
                  <a:pt x="11941" y="103"/>
                  <a:pt x="11784" y="40"/>
                </a:cubicBezTo>
                <a:cubicBezTo>
                  <a:pt x="11743" y="40"/>
                  <a:pt x="11387" y="1"/>
                  <a:pt x="1087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033;p53">
            <a:extLst>
              <a:ext uri="{FF2B5EF4-FFF2-40B4-BE49-F238E27FC236}">
                <a16:creationId xmlns:a16="http://schemas.microsoft.com/office/drawing/2014/main" id="{64553E5C-9CC8-4CF1-8CA5-B7D539C301B5}"/>
              </a:ext>
            </a:extLst>
          </p:cNvPr>
          <p:cNvSpPr txBox="1">
            <a:spLocks/>
          </p:cNvSpPr>
          <p:nvPr/>
        </p:nvSpPr>
        <p:spPr>
          <a:xfrm>
            <a:off x="311700" y="142498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l"/>
            <a:r>
              <a:rPr lang="en-US" sz="2000" dirty="0"/>
              <a:t>Backend - Session &amp; Leaderboard System </a:t>
            </a:r>
            <a:endParaRPr lang="pt-BR" sz="20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EADF9DE-A432-4382-8855-69D67B5B2B75}"/>
              </a:ext>
            </a:extLst>
          </p:cNvPr>
          <p:cNvSpPr txBox="1">
            <a:spLocks/>
          </p:cNvSpPr>
          <p:nvPr/>
        </p:nvSpPr>
        <p:spPr>
          <a:xfrm>
            <a:off x="311700" y="2306218"/>
            <a:ext cx="8596668" cy="388077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Built session creation and display system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Integrated session join links and user session views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Implemented leaderboard functionality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812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53"/>
          <p:cNvSpPr txBox="1">
            <a:spLocks noGrp="1"/>
          </p:cNvSpPr>
          <p:nvPr>
            <p:ph type="title"/>
          </p:nvPr>
        </p:nvSpPr>
        <p:spPr>
          <a:xfrm>
            <a:off x="311700" y="44710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1"/>
                </a:solidFill>
              </a:rPr>
              <a:t>Member 10 : </a:t>
            </a:r>
            <a:r>
              <a:rPr lang="en" sz="1800" b="0" dirty="0">
                <a:solidFill>
                  <a:schemeClr val="accent1"/>
                </a:solidFill>
              </a:rPr>
              <a:t>M A M A Chularathna - 10952987</a:t>
            </a:r>
            <a:endParaRPr sz="1800" b="0" dirty="0">
              <a:solidFill>
                <a:schemeClr val="accent1"/>
              </a:solidFill>
            </a:endParaRPr>
          </a:p>
        </p:txBody>
      </p:sp>
      <p:sp>
        <p:nvSpPr>
          <p:cNvPr id="1036" name="Google Shape;1036;p53"/>
          <p:cNvSpPr txBox="1"/>
          <p:nvPr/>
        </p:nvSpPr>
        <p:spPr>
          <a:xfrm>
            <a:off x="1349150" y="2950350"/>
            <a:ext cx="16887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1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8" name="Google Shape;1058;p53"/>
          <p:cNvSpPr/>
          <p:nvPr/>
        </p:nvSpPr>
        <p:spPr>
          <a:xfrm>
            <a:off x="4385515" y="3601957"/>
            <a:ext cx="372969" cy="352492"/>
          </a:xfrm>
          <a:custGeom>
            <a:avLst/>
            <a:gdLst/>
            <a:ahLst/>
            <a:cxnLst/>
            <a:rect l="l" t="t" r="r" b="b"/>
            <a:pathLst>
              <a:path w="12477" h="11792" extrusionOk="0">
                <a:moveTo>
                  <a:pt x="10845" y="690"/>
                </a:moveTo>
                <a:cubicBezTo>
                  <a:pt x="11072" y="690"/>
                  <a:pt x="11264" y="705"/>
                  <a:pt x="11406" y="733"/>
                </a:cubicBezTo>
                <a:cubicBezTo>
                  <a:pt x="11469" y="1049"/>
                  <a:pt x="11469" y="1616"/>
                  <a:pt x="11374" y="2246"/>
                </a:cubicBezTo>
                <a:lnTo>
                  <a:pt x="9894" y="765"/>
                </a:lnTo>
                <a:cubicBezTo>
                  <a:pt x="10240" y="713"/>
                  <a:pt x="10568" y="690"/>
                  <a:pt x="10845" y="690"/>
                </a:cubicBezTo>
                <a:close/>
                <a:moveTo>
                  <a:pt x="9106" y="923"/>
                </a:moveTo>
                <a:lnTo>
                  <a:pt x="11280" y="3096"/>
                </a:lnTo>
                <a:cubicBezTo>
                  <a:pt x="11185" y="3317"/>
                  <a:pt x="11091" y="3569"/>
                  <a:pt x="10996" y="3789"/>
                </a:cubicBezTo>
                <a:lnTo>
                  <a:pt x="8350" y="1143"/>
                </a:lnTo>
                <a:cubicBezTo>
                  <a:pt x="8602" y="1049"/>
                  <a:pt x="8822" y="954"/>
                  <a:pt x="9106" y="923"/>
                </a:cubicBezTo>
                <a:close/>
                <a:moveTo>
                  <a:pt x="7720" y="1458"/>
                </a:moveTo>
                <a:lnTo>
                  <a:pt x="10618" y="4388"/>
                </a:lnTo>
                <a:cubicBezTo>
                  <a:pt x="10555" y="4451"/>
                  <a:pt x="10461" y="4577"/>
                  <a:pt x="10398" y="4672"/>
                </a:cubicBezTo>
                <a:cubicBezTo>
                  <a:pt x="10303" y="4766"/>
                  <a:pt x="10240" y="4861"/>
                  <a:pt x="10114" y="4892"/>
                </a:cubicBezTo>
                <a:lnTo>
                  <a:pt x="7216" y="1994"/>
                </a:lnTo>
                <a:cubicBezTo>
                  <a:pt x="7279" y="1899"/>
                  <a:pt x="7373" y="1773"/>
                  <a:pt x="7436" y="1710"/>
                </a:cubicBezTo>
                <a:cubicBezTo>
                  <a:pt x="7531" y="1616"/>
                  <a:pt x="7594" y="1553"/>
                  <a:pt x="7720" y="1458"/>
                </a:cubicBezTo>
                <a:close/>
                <a:moveTo>
                  <a:pt x="6901" y="2655"/>
                </a:moveTo>
                <a:lnTo>
                  <a:pt x="9515" y="5270"/>
                </a:lnTo>
                <a:cubicBezTo>
                  <a:pt x="9263" y="5365"/>
                  <a:pt x="9011" y="5459"/>
                  <a:pt x="8791" y="5522"/>
                </a:cubicBezTo>
                <a:lnTo>
                  <a:pt x="6649" y="3411"/>
                </a:lnTo>
                <a:cubicBezTo>
                  <a:pt x="6680" y="3159"/>
                  <a:pt x="6775" y="2876"/>
                  <a:pt x="6901" y="2655"/>
                </a:cubicBezTo>
                <a:close/>
                <a:moveTo>
                  <a:pt x="6491" y="4231"/>
                </a:moveTo>
                <a:lnTo>
                  <a:pt x="7877" y="5617"/>
                </a:lnTo>
                <a:cubicBezTo>
                  <a:pt x="7638" y="5643"/>
                  <a:pt x="7409" y="5653"/>
                  <a:pt x="7204" y="5653"/>
                </a:cubicBezTo>
                <a:cubicBezTo>
                  <a:pt x="6923" y="5653"/>
                  <a:pt x="6686" y="5635"/>
                  <a:pt x="6523" y="5617"/>
                </a:cubicBezTo>
                <a:cubicBezTo>
                  <a:pt x="6491" y="5333"/>
                  <a:pt x="6460" y="4829"/>
                  <a:pt x="6491" y="4231"/>
                </a:cubicBezTo>
                <a:close/>
                <a:moveTo>
                  <a:pt x="4982" y="6171"/>
                </a:moveTo>
                <a:cubicBezTo>
                  <a:pt x="5371" y="6171"/>
                  <a:pt x="5708" y="6201"/>
                  <a:pt x="5892" y="6247"/>
                </a:cubicBezTo>
                <a:cubicBezTo>
                  <a:pt x="5955" y="6499"/>
                  <a:pt x="5987" y="7034"/>
                  <a:pt x="5955" y="7602"/>
                </a:cubicBezTo>
                <a:lnTo>
                  <a:pt x="4538" y="6184"/>
                </a:lnTo>
                <a:cubicBezTo>
                  <a:pt x="4690" y="6175"/>
                  <a:pt x="4839" y="6171"/>
                  <a:pt x="4982" y="6171"/>
                </a:cubicBezTo>
                <a:close/>
                <a:moveTo>
                  <a:pt x="3719" y="6310"/>
                </a:moveTo>
                <a:lnTo>
                  <a:pt x="5829" y="8452"/>
                </a:lnTo>
                <a:cubicBezTo>
                  <a:pt x="5798" y="8673"/>
                  <a:pt x="5703" y="8956"/>
                  <a:pt x="5609" y="9177"/>
                </a:cubicBezTo>
                <a:lnTo>
                  <a:pt x="2962" y="6562"/>
                </a:lnTo>
                <a:cubicBezTo>
                  <a:pt x="3183" y="6436"/>
                  <a:pt x="3435" y="6341"/>
                  <a:pt x="3719" y="6310"/>
                </a:cubicBezTo>
                <a:close/>
                <a:moveTo>
                  <a:pt x="2332" y="6908"/>
                </a:moveTo>
                <a:lnTo>
                  <a:pt x="5231" y="9807"/>
                </a:lnTo>
                <a:cubicBezTo>
                  <a:pt x="5168" y="9901"/>
                  <a:pt x="5073" y="10027"/>
                  <a:pt x="5010" y="10090"/>
                </a:cubicBezTo>
                <a:cubicBezTo>
                  <a:pt x="4916" y="10185"/>
                  <a:pt x="4853" y="10248"/>
                  <a:pt x="4727" y="10342"/>
                </a:cubicBezTo>
                <a:lnTo>
                  <a:pt x="1797" y="7412"/>
                </a:lnTo>
                <a:cubicBezTo>
                  <a:pt x="1891" y="7349"/>
                  <a:pt x="1954" y="7223"/>
                  <a:pt x="2049" y="7129"/>
                </a:cubicBezTo>
                <a:cubicBezTo>
                  <a:pt x="2112" y="7066"/>
                  <a:pt x="2206" y="6971"/>
                  <a:pt x="2332" y="6908"/>
                </a:cubicBezTo>
                <a:close/>
                <a:moveTo>
                  <a:pt x="1450" y="8011"/>
                </a:moveTo>
                <a:lnTo>
                  <a:pt x="4097" y="10657"/>
                </a:lnTo>
                <a:cubicBezTo>
                  <a:pt x="3908" y="10752"/>
                  <a:pt x="3624" y="10847"/>
                  <a:pt x="3372" y="10910"/>
                </a:cubicBezTo>
                <a:lnTo>
                  <a:pt x="1230" y="8767"/>
                </a:lnTo>
                <a:cubicBezTo>
                  <a:pt x="1293" y="8515"/>
                  <a:pt x="1387" y="8232"/>
                  <a:pt x="1450" y="8011"/>
                </a:cubicBezTo>
                <a:close/>
                <a:moveTo>
                  <a:pt x="1072" y="9586"/>
                </a:moveTo>
                <a:lnTo>
                  <a:pt x="2553" y="11067"/>
                </a:lnTo>
                <a:cubicBezTo>
                  <a:pt x="2175" y="11124"/>
                  <a:pt x="1831" y="11135"/>
                  <a:pt x="1534" y="11135"/>
                </a:cubicBezTo>
                <a:cubicBezTo>
                  <a:pt x="1337" y="11135"/>
                  <a:pt x="1160" y="11130"/>
                  <a:pt x="1009" y="11130"/>
                </a:cubicBezTo>
                <a:cubicBezTo>
                  <a:pt x="978" y="10815"/>
                  <a:pt x="978" y="10216"/>
                  <a:pt x="1072" y="9586"/>
                </a:cubicBezTo>
                <a:close/>
                <a:moveTo>
                  <a:pt x="10872" y="1"/>
                </a:moveTo>
                <a:cubicBezTo>
                  <a:pt x="9797" y="1"/>
                  <a:pt x="8028" y="173"/>
                  <a:pt x="6964" y="1238"/>
                </a:cubicBezTo>
                <a:cubicBezTo>
                  <a:pt x="6775" y="1427"/>
                  <a:pt x="6617" y="1616"/>
                  <a:pt x="6491" y="1836"/>
                </a:cubicBezTo>
                <a:cubicBezTo>
                  <a:pt x="5735" y="3033"/>
                  <a:pt x="5735" y="4703"/>
                  <a:pt x="5829" y="5491"/>
                </a:cubicBezTo>
                <a:cubicBezTo>
                  <a:pt x="5619" y="5469"/>
                  <a:pt x="5344" y="5450"/>
                  <a:pt x="5031" y="5450"/>
                </a:cubicBezTo>
                <a:cubicBezTo>
                  <a:pt x="3989" y="5450"/>
                  <a:pt x="2521" y="5655"/>
                  <a:pt x="1576" y="6625"/>
                </a:cubicBezTo>
                <a:cubicBezTo>
                  <a:pt x="1" y="8200"/>
                  <a:pt x="348" y="11319"/>
                  <a:pt x="379" y="11445"/>
                </a:cubicBezTo>
                <a:cubicBezTo>
                  <a:pt x="442" y="11603"/>
                  <a:pt x="568" y="11697"/>
                  <a:pt x="726" y="11760"/>
                </a:cubicBezTo>
                <a:cubicBezTo>
                  <a:pt x="757" y="11760"/>
                  <a:pt x="1135" y="11792"/>
                  <a:pt x="1671" y="11792"/>
                </a:cubicBezTo>
                <a:cubicBezTo>
                  <a:pt x="2710" y="11792"/>
                  <a:pt x="4443" y="11603"/>
                  <a:pt x="5514" y="10531"/>
                </a:cubicBezTo>
                <a:cubicBezTo>
                  <a:pt x="6775" y="9271"/>
                  <a:pt x="6743" y="7192"/>
                  <a:pt x="6649" y="6278"/>
                </a:cubicBezTo>
                <a:cubicBezTo>
                  <a:pt x="6869" y="6278"/>
                  <a:pt x="7121" y="6310"/>
                  <a:pt x="7405" y="6310"/>
                </a:cubicBezTo>
                <a:cubicBezTo>
                  <a:pt x="8476" y="6310"/>
                  <a:pt x="9925" y="6121"/>
                  <a:pt x="10902" y="5144"/>
                </a:cubicBezTo>
                <a:cubicBezTo>
                  <a:pt x="12477" y="3600"/>
                  <a:pt x="12099" y="481"/>
                  <a:pt x="12099" y="355"/>
                </a:cubicBezTo>
                <a:cubicBezTo>
                  <a:pt x="12036" y="198"/>
                  <a:pt x="11941" y="103"/>
                  <a:pt x="11784" y="40"/>
                </a:cubicBezTo>
                <a:cubicBezTo>
                  <a:pt x="11743" y="40"/>
                  <a:pt x="11387" y="1"/>
                  <a:pt x="1087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033;p53">
            <a:extLst>
              <a:ext uri="{FF2B5EF4-FFF2-40B4-BE49-F238E27FC236}">
                <a16:creationId xmlns:a16="http://schemas.microsoft.com/office/drawing/2014/main" id="{64553E5C-9CC8-4CF1-8CA5-B7D539C301B5}"/>
              </a:ext>
            </a:extLst>
          </p:cNvPr>
          <p:cNvSpPr txBox="1">
            <a:spLocks/>
          </p:cNvSpPr>
          <p:nvPr/>
        </p:nvSpPr>
        <p:spPr>
          <a:xfrm>
            <a:off x="311700" y="142498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oppins"/>
              <a:buNone/>
              <a:defRPr sz="2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l"/>
            <a:r>
              <a:rPr lang="en-US" sz="2000" dirty="0"/>
              <a:t>Backend - Notes Management &amp; AI Chatbot</a:t>
            </a:r>
            <a:endParaRPr lang="pt-BR" sz="20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EADF9DE-A432-4382-8855-69D67B5B2B75}"/>
              </a:ext>
            </a:extLst>
          </p:cNvPr>
          <p:cNvSpPr txBox="1">
            <a:spLocks/>
          </p:cNvSpPr>
          <p:nvPr/>
        </p:nvSpPr>
        <p:spPr>
          <a:xfrm>
            <a:off x="311700" y="2402862"/>
            <a:ext cx="8596668" cy="388077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Developed backend for note uploading and displaying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Coordinated backend logic across modules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bg1">
                    <a:lumMod val="1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Developed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the post and comment system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Implemented chatbot embedding and coordination</a:t>
            </a:r>
          </a:p>
          <a:p>
            <a:pPr>
              <a:lnSpc>
                <a:spcPct val="150000"/>
              </a:lnSpc>
            </a:pP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322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AED97-1C23-C957-111F-5971ACAA6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8BEA4-71B1-00E1-4533-3231085C62A9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828692" y="1527492"/>
            <a:ext cx="3486615" cy="903288"/>
          </a:xfrm>
        </p:spPr>
        <p:txBody>
          <a:bodyPr/>
          <a:lstStyle/>
          <a:p>
            <a:r>
              <a:rPr lang="en-US" sz="4000" dirty="0">
                <a:solidFill>
                  <a:schemeClr val="bg1">
                    <a:lumMod val="10000"/>
                  </a:schemeClr>
                </a:solidFill>
              </a:rPr>
              <a:t>Thank You 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137936-ECCA-2ECC-3B95-5C92419A2F49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072267" y="2330295"/>
            <a:ext cx="5118411" cy="1081977"/>
          </a:xfrm>
        </p:spPr>
        <p:txBody>
          <a:bodyPr/>
          <a:lstStyle/>
          <a:p>
            <a:pPr marL="139700" indent="0">
              <a:buNone/>
            </a:pPr>
            <a:r>
              <a:rPr lang="en-US" sz="20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Now We Are Open For Q&amp;A Session</a:t>
            </a:r>
          </a:p>
        </p:txBody>
      </p:sp>
    </p:spTree>
    <p:extLst>
      <p:ext uri="{BB962C8B-B14F-4D97-AF65-F5344CB8AC3E}">
        <p14:creationId xmlns:p14="http://schemas.microsoft.com/office/powerpoint/2010/main" val="27152149"/>
      </p:ext>
    </p:extLst>
  </p:cSld>
  <p:clrMapOvr>
    <a:masterClrMapping/>
  </p:clrMapOvr>
</p:sld>
</file>

<file path=ppt/theme/theme1.xml><?xml version="1.0" encoding="utf-8"?>
<a:theme xmlns:a="http://schemas.openxmlformats.org/drawingml/2006/main" name="Priver Patient Care Breakthrough by Slidesgo">
  <a:themeElements>
    <a:clrScheme name="Simple Light">
      <a:dk1>
        <a:srgbClr val="91BA4F"/>
      </a:dk1>
      <a:lt1>
        <a:srgbClr val="F0F0F0"/>
      </a:lt1>
      <a:dk2>
        <a:srgbClr val="396336"/>
      </a:dk2>
      <a:lt2>
        <a:srgbClr val="6A8F2E"/>
      </a:lt2>
      <a:accent1>
        <a:srgbClr val="283730"/>
      </a:accent1>
      <a:accent2>
        <a:srgbClr val="FFFFFF"/>
      </a:accent2>
      <a:accent3>
        <a:srgbClr val="F4F8EE"/>
      </a:accent3>
      <a:accent4>
        <a:srgbClr val="D9EAD3"/>
      </a:accent4>
      <a:accent5>
        <a:srgbClr val="93C47D"/>
      </a:accent5>
      <a:accent6>
        <a:srgbClr val="74953F"/>
      </a:accent6>
      <a:hlink>
        <a:srgbClr val="28323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879</TotalTime>
  <Words>477</Words>
  <Application>Microsoft Office PowerPoint</Application>
  <PresentationFormat>On-screen Show (16:9)</PresentationFormat>
  <Paragraphs>60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Poppins</vt:lpstr>
      <vt:lpstr>Wingdings</vt:lpstr>
      <vt:lpstr>Arial</vt:lpstr>
      <vt:lpstr>Nunito</vt:lpstr>
      <vt:lpstr>Priver Patient Care Breakthrough by Slidesgo</vt:lpstr>
      <vt:lpstr>The Kuppiya</vt:lpstr>
      <vt:lpstr>Introduction </vt:lpstr>
      <vt:lpstr>Member 1 : Uwage Don Nethum - 10952752</vt:lpstr>
      <vt:lpstr>Member 2 : A D T Sankalpa - 10952725</vt:lpstr>
      <vt:lpstr>Member 3 : S S R Ilangasinha - 10952979</vt:lpstr>
      <vt:lpstr>Member 4 : W R M A Wijayakulathilaka - 10952961</vt:lpstr>
      <vt:lpstr>Member 5 : R S Samarasekera - 10952855</vt:lpstr>
      <vt:lpstr>Member 6 : A K S Ubesekara - 10952794</vt:lpstr>
      <vt:lpstr>Member 7 : B S T Balasinghe - 10952772</vt:lpstr>
      <vt:lpstr>Member 8 :  Mahara M M D T S – 10952728</vt:lpstr>
      <vt:lpstr>Member 9 : G P Algama - 10953025</vt:lpstr>
      <vt:lpstr>Member 10 : M A M A Chularathna - 10952987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Priver Patient Care Brh</dc:title>
  <dc:creator>ACER</dc:creator>
  <cp:lastModifiedBy>Sarali Balasinghe</cp:lastModifiedBy>
  <cp:revision>22</cp:revision>
  <dcterms:modified xsi:type="dcterms:W3CDTF">2025-05-14T03:01:55Z</dcterms:modified>
</cp:coreProperties>
</file>